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7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</p:sldIdLst>
  <p:sldSz cy="5143500" cx="9144000"/>
  <p:notesSz cx="6858000" cy="9144000"/>
  <p:embeddedFontLst>
    <p:embeddedFont>
      <p:font typeface="Raleway"/>
      <p:regular r:id="rId37"/>
      <p:bold r:id="rId38"/>
      <p:italic r:id="rId39"/>
      <p:boldItalic r:id="rId40"/>
    </p:embeddedFont>
    <p:embeddedFont>
      <p:font typeface="Helvetica Neue"/>
      <p:regular r:id="rId41"/>
      <p:bold r:id="rId42"/>
      <p:italic r:id="rId43"/>
      <p:boldItalic r:id="rId44"/>
    </p:embeddedFont>
    <p:embeddedFont>
      <p:font typeface="Karla"/>
      <p:regular r:id="rId45"/>
      <p:bold r:id="rId46"/>
      <p:italic r:id="rId47"/>
      <p:boldItalic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aleway-boldItalic.fntdata"/><Relationship Id="rId20" Type="http://schemas.openxmlformats.org/officeDocument/2006/relationships/slide" Target="slides/slide16.xml"/><Relationship Id="rId42" Type="http://schemas.openxmlformats.org/officeDocument/2006/relationships/font" Target="fonts/HelveticaNeue-bold.fntdata"/><Relationship Id="rId41" Type="http://schemas.openxmlformats.org/officeDocument/2006/relationships/font" Target="fonts/HelveticaNeue-regular.fntdata"/><Relationship Id="rId22" Type="http://schemas.openxmlformats.org/officeDocument/2006/relationships/slide" Target="slides/slide18.xml"/><Relationship Id="rId44" Type="http://schemas.openxmlformats.org/officeDocument/2006/relationships/font" Target="fonts/HelveticaNeue-boldItalic.fntdata"/><Relationship Id="rId21" Type="http://schemas.openxmlformats.org/officeDocument/2006/relationships/slide" Target="slides/slide17.xml"/><Relationship Id="rId43" Type="http://schemas.openxmlformats.org/officeDocument/2006/relationships/font" Target="fonts/HelveticaNeue-italic.fntdata"/><Relationship Id="rId24" Type="http://schemas.openxmlformats.org/officeDocument/2006/relationships/slide" Target="slides/slide20.xml"/><Relationship Id="rId46" Type="http://schemas.openxmlformats.org/officeDocument/2006/relationships/font" Target="fonts/Karla-bold.fntdata"/><Relationship Id="rId23" Type="http://schemas.openxmlformats.org/officeDocument/2006/relationships/slide" Target="slides/slide19.xml"/><Relationship Id="rId45" Type="http://schemas.openxmlformats.org/officeDocument/2006/relationships/font" Target="fonts/Karla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48" Type="http://schemas.openxmlformats.org/officeDocument/2006/relationships/font" Target="fonts/Karla-boldItalic.fntdata"/><Relationship Id="rId25" Type="http://schemas.openxmlformats.org/officeDocument/2006/relationships/slide" Target="slides/slide21.xml"/><Relationship Id="rId47" Type="http://schemas.openxmlformats.org/officeDocument/2006/relationships/font" Target="fonts/Karla-italic.fntdata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font" Target="fonts/Raleway-regular.fntdata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font" Target="fonts/Raleway-italic.fntdata"/><Relationship Id="rId16" Type="http://schemas.openxmlformats.org/officeDocument/2006/relationships/slide" Target="slides/slide12.xml"/><Relationship Id="rId38" Type="http://schemas.openxmlformats.org/officeDocument/2006/relationships/font" Target="fonts/Raleway-bold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5f391192_0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5f391192_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5f391192_0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5f391192_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5f391192_02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5f391192_0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ff287a3c2c_1_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2ff287a3c2c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ff287a3c2c_1_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ff287a3c2c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ff287a3c2c_1_1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ff287a3c2c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ff287a3c2c_1_2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ff287a3c2c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ff287a3c2c_1_3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2ff287a3c2c_1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ff287a3c2c_1_19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2ff287a3c2c_1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ff287a3c2c_1_4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2ff287a3c2c_1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ff287a3c2c_1_4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2ff287a3c2c_1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ff287a3c2c_1_5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2ff287a3c2c_1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ff287a3c2c_1_6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ff287a3c2c_1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ff287a3c2c_1_7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2ff287a3c2c_1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ff287a3c2c_1_7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2ff287a3c2c_1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2ff287a3c2c_1_16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2ff287a3c2c_1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ff287a3c2c_1_17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2ff287a3c2c_1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2ff287a3c2c_1_18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2ff287a3c2c_1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ff287a3c2c_1_18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2ff287a3c2c_1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2ff287a3c2c_1_8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2ff287a3c2c_1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2ff287a3c2c_1_9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2ff287a3c2c_1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2ff287a3c2c_1_10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2ff287a3c2c_1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ff287a3c2c_1_10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2ff287a3c2c_1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2ff287a3c2c_1_11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2ff287a3c2c_1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2ff287a3c2c_1_12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2ff287a3c2c_1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2ff287a3c2c_1_13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2ff287a3c2c_1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2ff287a3c2c_1_13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2ff287a3c2c_1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ff287a3c2c_1_14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2ff287a3c2c_1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2ff287a3c2c_1_14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2ff287a3c2c_1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5ed75ccf_01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5ed75ccf_0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5ed75ccf_013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5ed75ccf_0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bg>
      <p:bgPr>
        <a:solidFill>
          <a:srgbClr val="004C5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6025" y="301575"/>
            <a:ext cx="9150050" cy="4496748"/>
          </a:xfrm>
          <a:custGeom>
            <a:rect b="b" l="l" r="r" t="t"/>
            <a:pathLst>
              <a:path extrusionOk="0" h="149344" w="366002">
                <a:moveTo>
                  <a:pt x="0" y="55491"/>
                </a:moveTo>
                <a:lnTo>
                  <a:pt x="0" y="107122"/>
                </a:lnTo>
                <a:lnTo>
                  <a:pt x="96507" y="149344"/>
                </a:lnTo>
                <a:lnTo>
                  <a:pt x="366002" y="116290"/>
                </a:lnTo>
                <a:lnTo>
                  <a:pt x="366002" y="40050"/>
                </a:lnTo>
                <a:lnTo>
                  <a:pt x="274079" y="0"/>
                </a:lnTo>
                <a:close/>
              </a:path>
            </a:pathLst>
          </a:custGeom>
          <a:solidFill>
            <a:srgbClr val="00AE9D">
              <a:alpha val="83460"/>
            </a:srgbClr>
          </a:solidFill>
          <a:ln>
            <a:noFill/>
          </a:ln>
        </p:spPr>
      </p:sp>
      <p:sp>
        <p:nvSpPr>
          <p:cNvPr id="11" name="Google Shape;11;p2"/>
          <p:cNvSpPr/>
          <p:nvPr/>
        </p:nvSpPr>
        <p:spPr>
          <a:xfrm>
            <a:off x="-5900" y="759982"/>
            <a:ext cx="9144150" cy="3769800"/>
          </a:xfrm>
          <a:custGeom>
            <a:rect b="b" l="l" r="r" t="t"/>
            <a:pathLst>
              <a:path extrusionOk="0" h="150792" w="365766">
                <a:moveTo>
                  <a:pt x="365766" y="12416"/>
                </a:moveTo>
                <a:lnTo>
                  <a:pt x="289997" y="0"/>
                </a:lnTo>
                <a:lnTo>
                  <a:pt x="0" y="55421"/>
                </a:lnTo>
                <a:lnTo>
                  <a:pt x="0" y="127486"/>
                </a:lnTo>
                <a:lnTo>
                  <a:pt x="70927" y="150792"/>
                </a:lnTo>
                <a:lnTo>
                  <a:pt x="365766" y="122256"/>
                </a:lnTo>
                <a:close/>
              </a:path>
            </a:pathLst>
          </a:custGeom>
          <a:solidFill>
            <a:srgbClr val="00AE9D">
              <a:alpha val="26540"/>
            </a:srgbClr>
          </a:solidFill>
          <a:ln>
            <a:noFill/>
          </a:ln>
        </p:spPr>
      </p:sp>
      <p:sp>
        <p:nvSpPr>
          <p:cNvPr id="12" name="Google Shape;12;p2"/>
          <p:cNvSpPr/>
          <p:nvPr/>
        </p:nvSpPr>
        <p:spPr>
          <a:xfrm>
            <a:off x="0" y="1351100"/>
            <a:ext cx="9156075" cy="2889063"/>
          </a:xfrm>
          <a:custGeom>
            <a:rect b="b" l="l" r="r" t="t"/>
            <a:pathLst>
              <a:path extrusionOk="0" h="106157" w="366243">
                <a:moveTo>
                  <a:pt x="241" y="0"/>
                </a:moveTo>
                <a:lnTo>
                  <a:pt x="0" y="77929"/>
                </a:lnTo>
                <a:lnTo>
                  <a:pt x="366243" y="106157"/>
                </a:lnTo>
                <a:lnTo>
                  <a:pt x="366243" y="4102"/>
                </a:lnTo>
                <a:close/>
              </a:path>
            </a:pathLst>
          </a:custGeom>
          <a:solidFill>
            <a:srgbClr val="ABE33F">
              <a:alpha val="81150"/>
            </a:srgbClr>
          </a:solidFill>
          <a:ln>
            <a:noFill/>
          </a:ln>
        </p:spPr>
      </p:sp>
      <p:sp>
        <p:nvSpPr>
          <p:cNvPr id="13" name="Google Shape;13;p2"/>
          <p:cNvSpPr txBox="1"/>
          <p:nvPr>
            <p:ph type="ctrTitle"/>
          </p:nvPr>
        </p:nvSpPr>
        <p:spPr>
          <a:xfrm>
            <a:off x="1719025" y="1991825"/>
            <a:ext cx="5706000" cy="11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">
  <p:cSld name="TITLE_1">
    <p:bg>
      <p:bgPr>
        <a:solidFill>
          <a:srgbClr val="ABE33F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 flipH="1">
            <a:off x="6025" y="301575"/>
            <a:ext cx="9150050" cy="4496748"/>
          </a:xfrm>
          <a:custGeom>
            <a:rect b="b" l="l" r="r" t="t"/>
            <a:pathLst>
              <a:path extrusionOk="0" h="149344" w="366002">
                <a:moveTo>
                  <a:pt x="0" y="55491"/>
                </a:moveTo>
                <a:lnTo>
                  <a:pt x="0" y="107122"/>
                </a:lnTo>
                <a:lnTo>
                  <a:pt x="96507" y="149344"/>
                </a:lnTo>
                <a:lnTo>
                  <a:pt x="366002" y="116290"/>
                </a:lnTo>
                <a:lnTo>
                  <a:pt x="366002" y="40050"/>
                </a:lnTo>
                <a:lnTo>
                  <a:pt x="274079" y="0"/>
                </a:lnTo>
                <a:close/>
              </a:path>
            </a:pathLst>
          </a:custGeom>
          <a:solidFill>
            <a:srgbClr val="004C52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-5900" y="753950"/>
            <a:ext cx="9144150" cy="3769800"/>
          </a:xfrm>
          <a:custGeom>
            <a:rect b="b" l="l" r="r" t="t"/>
            <a:pathLst>
              <a:path extrusionOk="0" h="150792" w="365766">
                <a:moveTo>
                  <a:pt x="365766" y="12416"/>
                </a:moveTo>
                <a:lnTo>
                  <a:pt x="289997" y="0"/>
                </a:lnTo>
                <a:lnTo>
                  <a:pt x="0" y="55421"/>
                </a:lnTo>
                <a:lnTo>
                  <a:pt x="0" y="127486"/>
                </a:lnTo>
                <a:lnTo>
                  <a:pt x="70927" y="150792"/>
                </a:lnTo>
                <a:lnTo>
                  <a:pt x="365766" y="122256"/>
                </a:lnTo>
                <a:close/>
              </a:path>
            </a:pathLst>
          </a:custGeom>
          <a:solidFill>
            <a:srgbClr val="00AE9D">
              <a:alpha val="26540"/>
            </a:srgbClr>
          </a:solidFill>
          <a:ln>
            <a:noFill/>
          </a:ln>
        </p:spPr>
      </p:sp>
      <p:sp>
        <p:nvSpPr>
          <p:cNvPr id="17" name="Google Shape;17;p3"/>
          <p:cNvSpPr/>
          <p:nvPr/>
        </p:nvSpPr>
        <p:spPr>
          <a:xfrm>
            <a:off x="0" y="1351100"/>
            <a:ext cx="9156075" cy="2889063"/>
          </a:xfrm>
          <a:custGeom>
            <a:rect b="b" l="l" r="r" t="t"/>
            <a:pathLst>
              <a:path extrusionOk="0" h="106157" w="366243">
                <a:moveTo>
                  <a:pt x="241" y="0"/>
                </a:moveTo>
                <a:lnTo>
                  <a:pt x="0" y="77929"/>
                </a:lnTo>
                <a:lnTo>
                  <a:pt x="366243" y="106157"/>
                </a:lnTo>
                <a:lnTo>
                  <a:pt x="366243" y="4102"/>
                </a:lnTo>
                <a:close/>
              </a:path>
            </a:pathLst>
          </a:custGeom>
          <a:solidFill>
            <a:srgbClr val="00AE9D">
              <a:alpha val="83460"/>
            </a:srgbClr>
          </a:solidFill>
          <a:ln>
            <a:noFill/>
          </a:ln>
        </p:spPr>
      </p:sp>
      <p:sp>
        <p:nvSpPr>
          <p:cNvPr id="18" name="Google Shape;18;p3"/>
          <p:cNvSpPr txBox="1"/>
          <p:nvPr>
            <p:ph type="ctrTitle"/>
          </p:nvPr>
        </p:nvSpPr>
        <p:spPr>
          <a:xfrm>
            <a:off x="1815525" y="2040550"/>
            <a:ext cx="55131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1815375" y="3068650"/>
            <a:ext cx="55131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04C52"/>
              </a:buClr>
              <a:buSzPts val="1800"/>
              <a:buNone/>
              <a:defRPr b="1"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4C52"/>
              </a:buClr>
              <a:buSzPts val="1800"/>
              <a:buNone/>
              <a:defRPr b="1"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4C52"/>
              </a:buClr>
              <a:buSzPts val="1800"/>
              <a:buNone/>
              <a:defRPr b="1"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/>
          <p:nvPr/>
        </p:nvSpPr>
        <p:spPr>
          <a:xfrm>
            <a:off x="6025" y="301575"/>
            <a:ext cx="9150050" cy="4496748"/>
          </a:xfrm>
          <a:custGeom>
            <a:rect b="b" l="l" r="r" t="t"/>
            <a:pathLst>
              <a:path extrusionOk="0" h="149344" w="366002">
                <a:moveTo>
                  <a:pt x="0" y="55491"/>
                </a:moveTo>
                <a:lnTo>
                  <a:pt x="0" y="107122"/>
                </a:lnTo>
                <a:lnTo>
                  <a:pt x="96507" y="149344"/>
                </a:lnTo>
                <a:lnTo>
                  <a:pt x="366002" y="116290"/>
                </a:lnTo>
                <a:lnTo>
                  <a:pt x="366002" y="40050"/>
                </a:lnTo>
                <a:lnTo>
                  <a:pt x="274079" y="0"/>
                </a:lnTo>
                <a:close/>
              </a:path>
            </a:pathLst>
          </a:custGeom>
          <a:solidFill>
            <a:srgbClr val="004C52"/>
          </a:solidFill>
          <a:ln>
            <a:noFill/>
          </a:ln>
        </p:spPr>
      </p:sp>
      <p:sp>
        <p:nvSpPr>
          <p:cNvPr id="23" name="Google Shape;23;p4"/>
          <p:cNvSpPr/>
          <p:nvPr/>
        </p:nvSpPr>
        <p:spPr>
          <a:xfrm>
            <a:off x="0" y="1580113"/>
            <a:ext cx="9144000" cy="3341668"/>
          </a:xfrm>
          <a:custGeom>
            <a:rect b="b" l="l" r="r" t="t"/>
            <a:pathLst>
              <a:path extrusionOk="0" h="110982" w="365760">
                <a:moveTo>
                  <a:pt x="0" y="0"/>
                </a:moveTo>
                <a:lnTo>
                  <a:pt x="0" y="54526"/>
                </a:lnTo>
                <a:lnTo>
                  <a:pt x="317748" y="110982"/>
                </a:lnTo>
                <a:lnTo>
                  <a:pt x="365760" y="84202"/>
                </a:lnTo>
                <a:lnTo>
                  <a:pt x="365760" y="26780"/>
                </a:lnTo>
                <a:close/>
              </a:path>
            </a:pathLst>
          </a:custGeom>
          <a:solidFill>
            <a:srgbClr val="00AE9D">
              <a:alpha val="83460"/>
            </a:srgbClr>
          </a:solidFill>
          <a:ln>
            <a:noFill/>
          </a:ln>
        </p:spPr>
      </p:sp>
      <p:sp>
        <p:nvSpPr>
          <p:cNvPr id="24" name="Google Shape;24;p4"/>
          <p:cNvSpPr/>
          <p:nvPr/>
        </p:nvSpPr>
        <p:spPr>
          <a:xfrm>
            <a:off x="-5900" y="410541"/>
            <a:ext cx="9144152" cy="4453148"/>
          </a:xfrm>
          <a:custGeom>
            <a:rect b="b" l="l" r="r" t="t"/>
            <a:pathLst>
              <a:path extrusionOk="0" h="147896" w="365036">
                <a:moveTo>
                  <a:pt x="365036" y="21714"/>
                </a:moveTo>
                <a:lnTo>
                  <a:pt x="87097" y="0"/>
                </a:lnTo>
                <a:lnTo>
                  <a:pt x="0" y="57421"/>
                </a:lnTo>
                <a:lnTo>
                  <a:pt x="0" y="117255"/>
                </a:lnTo>
                <a:lnTo>
                  <a:pt x="241266" y="147896"/>
                </a:lnTo>
                <a:lnTo>
                  <a:pt x="365036" y="112913"/>
                </a:lnTo>
                <a:close/>
              </a:path>
            </a:pathLst>
          </a:custGeom>
          <a:solidFill>
            <a:srgbClr val="ABE33F">
              <a:alpha val="81150"/>
            </a:srgbClr>
          </a:solidFill>
          <a:ln>
            <a:noFill/>
          </a:ln>
        </p:spPr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1833775" y="2314200"/>
            <a:ext cx="5476500" cy="81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 algn="ctr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2400"/>
              <a:buChar char="◆"/>
              <a:defRPr b="1" i="1">
                <a:solidFill>
                  <a:srgbClr val="FFFFFF"/>
                </a:solidFill>
              </a:defRPr>
            </a:lvl1pPr>
            <a:lvl2pPr indent="-381000" lvl="1" marL="9144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◆"/>
              <a:defRPr b="1" i="1">
                <a:solidFill>
                  <a:srgbClr val="FFFFFF"/>
                </a:solidFill>
              </a:defRPr>
            </a:lvl2pPr>
            <a:lvl3pPr indent="-381000" lvl="2" marL="13716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◇"/>
              <a:defRPr b="1" i="1">
                <a:solidFill>
                  <a:srgbClr val="FFFFFF"/>
                </a:solidFill>
              </a:defRPr>
            </a:lvl3pPr>
            <a:lvl4pPr indent="-381000" lvl="3" marL="18288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●"/>
              <a:defRPr b="1" i="1">
                <a:solidFill>
                  <a:srgbClr val="FFFFFF"/>
                </a:solidFill>
              </a:defRPr>
            </a:lvl4pPr>
            <a:lvl5pPr indent="-381000" lvl="4" marL="22860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○"/>
              <a:defRPr b="1" i="1">
                <a:solidFill>
                  <a:srgbClr val="FFFFFF"/>
                </a:solidFill>
              </a:defRPr>
            </a:lvl5pPr>
            <a:lvl6pPr indent="-381000" lvl="5" marL="27432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■"/>
              <a:defRPr b="1" i="1">
                <a:solidFill>
                  <a:srgbClr val="FFFFFF"/>
                </a:solidFill>
              </a:defRPr>
            </a:lvl6pPr>
            <a:lvl7pPr indent="-381000" lvl="6" marL="32004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●"/>
              <a:defRPr b="1" i="1">
                <a:solidFill>
                  <a:srgbClr val="FFFFFF"/>
                </a:solidFill>
              </a:defRPr>
            </a:lvl7pPr>
            <a:lvl8pPr indent="-381000" lvl="7" marL="36576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○"/>
              <a:defRPr b="1" i="1">
                <a:solidFill>
                  <a:srgbClr val="FFFFFF"/>
                </a:solidFill>
              </a:defRPr>
            </a:lvl8pPr>
            <a:lvl9pPr indent="-381000" lvl="8" marL="411480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■"/>
              <a:defRPr b="1" i="1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/>
        </p:nvSpPr>
        <p:spPr>
          <a:xfrm>
            <a:off x="3593400" y="1086169"/>
            <a:ext cx="1957200" cy="6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“</a:t>
            </a:r>
            <a:endParaRPr b="1" sz="600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4179900" y="1041875"/>
            <a:ext cx="784200" cy="784200"/>
          </a:xfrm>
          <a:prstGeom prst="diamond">
            <a:avLst/>
          </a:prstGeom>
          <a:noFill/>
          <a:ln cap="flat" cmpd="sng" w="28575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FFFFFF"/>
                </a:solidFill>
              </a:defRPr>
            </a:lvl1pPr>
            <a:lvl2pPr lvl="1">
              <a:buNone/>
              <a:defRPr>
                <a:solidFill>
                  <a:srgbClr val="FFFFFF"/>
                </a:solidFill>
              </a:defRPr>
            </a:lvl2pPr>
            <a:lvl3pPr lvl="2">
              <a:buNone/>
              <a:defRPr>
                <a:solidFill>
                  <a:srgbClr val="FFFFFF"/>
                </a:solidFill>
              </a:defRPr>
            </a:lvl3pPr>
            <a:lvl4pPr lvl="3">
              <a:buNone/>
              <a:defRPr>
                <a:solidFill>
                  <a:srgbClr val="FFFFFF"/>
                </a:solidFill>
              </a:defRPr>
            </a:lvl4pPr>
            <a:lvl5pPr lvl="4">
              <a:buNone/>
              <a:defRPr>
                <a:solidFill>
                  <a:srgbClr val="FFFFFF"/>
                </a:solidFill>
              </a:defRPr>
            </a:lvl5pPr>
            <a:lvl6pPr lvl="5">
              <a:buNone/>
              <a:defRPr>
                <a:solidFill>
                  <a:srgbClr val="FFFFFF"/>
                </a:solidFill>
              </a:defRPr>
            </a:lvl6pPr>
            <a:lvl7pPr lvl="6">
              <a:buNone/>
              <a:defRPr>
                <a:solidFill>
                  <a:srgbClr val="FFFFFF"/>
                </a:solidFill>
              </a:defRPr>
            </a:lvl7pPr>
            <a:lvl8pPr lvl="7">
              <a:buNone/>
              <a:defRPr>
                <a:solidFill>
                  <a:srgbClr val="FFFFFF"/>
                </a:solidFill>
              </a:defRPr>
            </a:lvl8pPr>
            <a:lvl9pPr lvl="8">
              <a:buNone/>
              <a:defRPr>
                <a:solidFill>
                  <a:srgbClr val="FFFFFF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oogle Shape;30;p5"/>
          <p:cNvGrpSpPr/>
          <p:nvPr/>
        </p:nvGrpSpPr>
        <p:grpSpPr>
          <a:xfrm>
            <a:off x="-6025" y="0"/>
            <a:ext cx="9168125" cy="5163100"/>
            <a:chOff x="-6025" y="0"/>
            <a:chExt cx="9168125" cy="5163100"/>
          </a:xfrm>
        </p:grpSpPr>
        <p:sp>
          <p:nvSpPr>
            <p:cNvPr id="31" name="Google Shape;31;p5"/>
            <p:cNvSpPr/>
            <p:nvPr/>
          </p:nvSpPr>
          <p:spPr>
            <a:xfrm>
              <a:off x="0" y="0"/>
              <a:ext cx="8552900" cy="1333000"/>
            </a:xfrm>
            <a:custGeom>
              <a:rect b="b" l="l" r="r" t="t"/>
              <a:pathLst>
                <a:path extrusionOk="0" h="53320" w="342116">
                  <a:moveTo>
                    <a:pt x="0" y="0"/>
                  </a:moveTo>
                  <a:lnTo>
                    <a:pt x="0" y="53320"/>
                  </a:lnTo>
                  <a:lnTo>
                    <a:pt x="342116" y="0"/>
                  </a:lnTo>
                  <a:close/>
                </a:path>
              </a:pathLst>
            </a:custGeom>
            <a:solidFill>
              <a:srgbClr val="004C52"/>
            </a:solidFill>
            <a:ln>
              <a:noFill/>
            </a:ln>
          </p:spPr>
        </p:sp>
        <p:sp>
          <p:nvSpPr>
            <p:cNvPr id="32" name="Google Shape;32;p5"/>
            <p:cNvSpPr/>
            <p:nvPr/>
          </p:nvSpPr>
          <p:spPr>
            <a:xfrm>
              <a:off x="2563450" y="0"/>
              <a:ext cx="6580550" cy="1272675"/>
            </a:xfrm>
            <a:custGeom>
              <a:rect b="b" l="l" r="r" t="t"/>
              <a:pathLst>
                <a:path extrusionOk="0" h="50907" w="263222">
                  <a:moveTo>
                    <a:pt x="0" y="0"/>
                  </a:moveTo>
                  <a:lnTo>
                    <a:pt x="217381" y="50907"/>
                  </a:lnTo>
                  <a:lnTo>
                    <a:pt x="263222" y="10133"/>
                  </a:lnTo>
                  <a:lnTo>
                    <a:pt x="263222" y="0"/>
                  </a:lnTo>
                  <a:close/>
                </a:path>
              </a:pathLst>
            </a:custGeom>
            <a:solidFill>
              <a:srgbClr val="00AE9D">
                <a:alpha val="83460"/>
              </a:srgbClr>
            </a:solidFill>
            <a:ln>
              <a:noFill/>
            </a:ln>
          </p:spPr>
        </p:sp>
        <p:sp>
          <p:nvSpPr>
            <p:cNvPr id="33" name="Google Shape;33;p5"/>
            <p:cNvSpPr/>
            <p:nvPr/>
          </p:nvSpPr>
          <p:spPr>
            <a:xfrm>
              <a:off x="-6025" y="2"/>
              <a:ext cx="7298300" cy="1471709"/>
            </a:xfrm>
            <a:custGeom>
              <a:rect b="b" l="l" r="r" t="t"/>
              <a:pathLst>
                <a:path extrusionOk="0" h="58628" w="291932">
                  <a:moveTo>
                    <a:pt x="0" y="18578"/>
                  </a:moveTo>
                  <a:lnTo>
                    <a:pt x="241" y="34019"/>
                  </a:lnTo>
                  <a:lnTo>
                    <a:pt x="221482" y="58628"/>
                  </a:lnTo>
                  <a:lnTo>
                    <a:pt x="291932" y="0"/>
                  </a:lnTo>
                  <a:close/>
                </a:path>
              </a:pathLst>
            </a:custGeom>
            <a:solidFill>
              <a:srgbClr val="ABE33F">
                <a:alpha val="81150"/>
              </a:srgbClr>
            </a:solidFill>
            <a:ln>
              <a:noFill/>
            </a:ln>
          </p:spPr>
        </p:sp>
        <p:sp>
          <p:nvSpPr>
            <p:cNvPr id="34" name="Google Shape;34;p5"/>
            <p:cNvSpPr/>
            <p:nvPr/>
          </p:nvSpPr>
          <p:spPr>
            <a:xfrm>
              <a:off x="3596100" y="4667000"/>
              <a:ext cx="5090700" cy="476500"/>
            </a:xfrm>
            <a:custGeom>
              <a:rect b="b" l="l" r="r" t="t"/>
              <a:pathLst>
                <a:path extrusionOk="0" h="19060" w="203628">
                  <a:moveTo>
                    <a:pt x="0" y="19060"/>
                  </a:moveTo>
                  <a:lnTo>
                    <a:pt x="203628" y="19060"/>
                  </a:lnTo>
                  <a:lnTo>
                    <a:pt x="157305" y="0"/>
                  </a:lnTo>
                  <a:close/>
                </a:path>
              </a:pathLst>
            </a:custGeom>
            <a:solidFill>
              <a:srgbClr val="004C52"/>
            </a:solidFill>
            <a:ln>
              <a:noFill/>
            </a:ln>
          </p:spPr>
        </p:sp>
        <p:sp>
          <p:nvSpPr>
            <p:cNvPr id="35" name="Google Shape;35;p5"/>
            <p:cNvSpPr/>
            <p:nvPr/>
          </p:nvSpPr>
          <p:spPr>
            <a:xfrm>
              <a:off x="5525000" y="4692625"/>
              <a:ext cx="3637100" cy="470475"/>
            </a:xfrm>
            <a:custGeom>
              <a:rect b="b" l="l" r="r" t="t"/>
              <a:pathLst>
                <a:path extrusionOk="0" h="18819" w="145484">
                  <a:moveTo>
                    <a:pt x="145484" y="0"/>
                  </a:moveTo>
                  <a:lnTo>
                    <a:pt x="145484" y="18819"/>
                  </a:lnTo>
                  <a:lnTo>
                    <a:pt x="0" y="18819"/>
                  </a:lnTo>
                  <a:close/>
                </a:path>
              </a:pathLst>
            </a:custGeom>
            <a:solidFill>
              <a:srgbClr val="00AE9D">
                <a:alpha val="83460"/>
              </a:srgbClr>
            </a:solidFill>
            <a:ln>
              <a:noFill/>
            </a:ln>
          </p:spPr>
        </p:sp>
        <p:sp>
          <p:nvSpPr>
            <p:cNvPr id="36" name="Google Shape;36;p5"/>
            <p:cNvSpPr/>
            <p:nvPr/>
          </p:nvSpPr>
          <p:spPr>
            <a:xfrm>
              <a:off x="7521475" y="4023125"/>
              <a:ext cx="1634600" cy="1139975"/>
            </a:xfrm>
            <a:custGeom>
              <a:rect b="b" l="l" r="r" t="t"/>
              <a:pathLst>
                <a:path extrusionOk="0" h="45599" w="65384">
                  <a:moveTo>
                    <a:pt x="65384" y="27022"/>
                  </a:moveTo>
                  <a:lnTo>
                    <a:pt x="65384" y="0"/>
                  </a:lnTo>
                  <a:lnTo>
                    <a:pt x="0" y="45599"/>
                  </a:lnTo>
                  <a:close/>
                </a:path>
              </a:pathLst>
            </a:custGeom>
            <a:solidFill>
              <a:srgbClr val="ABE33F">
                <a:alpha val="81150"/>
              </a:srgbClr>
            </a:solidFill>
            <a:ln>
              <a:noFill/>
            </a:ln>
          </p:spPr>
        </p:sp>
      </p:grpSp>
      <p:sp>
        <p:nvSpPr>
          <p:cNvPr id="37" name="Google Shape;37;p5"/>
          <p:cNvSpPr txBox="1"/>
          <p:nvPr>
            <p:ph type="title"/>
          </p:nvPr>
        </p:nvSpPr>
        <p:spPr>
          <a:xfrm>
            <a:off x="886650" y="398400"/>
            <a:ext cx="73707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" type="body"/>
          </p:nvPr>
        </p:nvSpPr>
        <p:spPr>
          <a:xfrm>
            <a:off x="886650" y="1598408"/>
            <a:ext cx="7370700" cy="332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600"/>
              </a:spcBef>
              <a:spcAft>
                <a:spcPts val="0"/>
              </a:spcAft>
              <a:buSzPts val="2400"/>
              <a:buChar char="◆"/>
              <a:defRPr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◆"/>
              <a:defRPr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◇"/>
              <a:defRPr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 columns" type="twoColTx">
  <p:cSld name="TITLE_AND_TWO_COLUMN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oogle Shape;41;p6"/>
          <p:cNvGrpSpPr/>
          <p:nvPr/>
        </p:nvGrpSpPr>
        <p:grpSpPr>
          <a:xfrm>
            <a:off x="-6025" y="0"/>
            <a:ext cx="9168125" cy="5163100"/>
            <a:chOff x="-6025" y="0"/>
            <a:chExt cx="9168125" cy="5163100"/>
          </a:xfrm>
        </p:grpSpPr>
        <p:sp>
          <p:nvSpPr>
            <p:cNvPr id="42" name="Google Shape;42;p6"/>
            <p:cNvSpPr/>
            <p:nvPr/>
          </p:nvSpPr>
          <p:spPr>
            <a:xfrm>
              <a:off x="0" y="0"/>
              <a:ext cx="8552900" cy="1333000"/>
            </a:xfrm>
            <a:custGeom>
              <a:rect b="b" l="l" r="r" t="t"/>
              <a:pathLst>
                <a:path extrusionOk="0" h="53320" w="342116">
                  <a:moveTo>
                    <a:pt x="0" y="0"/>
                  </a:moveTo>
                  <a:lnTo>
                    <a:pt x="0" y="53320"/>
                  </a:lnTo>
                  <a:lnTo>
                    <a:pt x="342116" y="0"/>
                  </a:lnTo>
                  <a:close/>
                </a:path>
              </a:pathLst>
            </a:custGeom>
            <a:solidFill>
              <a:srgbClr val="004C52"/>
            </a:solidFill>
            <a:ln>
              <a:noFill/>
            </a:ln>
          </p:spPr>
        </p:sp>
        <p:sp>
          <p:nvSpPr>
            <p:cNvPr id="43" name="Google Shape;43;p6"/>
            <p:cNvSpPr/>
            <p:nvPr/>
          </p:nvSpPr>
          <p:spPr>
            <a:xfrm>
              <a:off x="2563450" y="0"/>
              <a:ext cx="6580550" cy="1272675"/>
            </a:xfrm>
            <a:custGeom>
              <a:rect b="b" l="l" r="r" t="t"/>
              <a:pathLst>
                <a:path extrusionOk="0" h="50907" w="263222">
                  <a:moveTo>
                    <a:pt x="0" y="0"/>
                  </a:moveTo>
                  <a:lnTo>
                    <a:pt x="217381" y="50907"/>
                  </a:lnTo>
                  <a:lnTo>
                    <a:pt x="263222" y="10133"/>
                  </a:lnTo>
                  <a:lnTo>
                    <a:pt x="263222" y="0"/>
                  </a:lnTo>
                  <a:close/>
                </a:path>
              </a:pathLst>
            </a:custGeom>
            <a:solidFill>
              <a:srgbClr val="00AE9D">
                <a:alpha val="83460"/>
              </a:srgbClr>
            </a:solidFill>
            <a:ln>
              <a:noFill/>
            </a:ln>
          </p:spPr>
        </p:sp>
        <p:sp>
          <p:nvSpPr>
            <p:cNvPr id="44" name="Google Shape;44;p6"/>
            <p:cNvSpPr/>
            <p:nvPr/>
          </p:nvSpPr>
          <p:spPr>
            <a:xfrm>
              <a:off x="-6025" y="2"/>
              <a:ext cx="7298300" cy="1471709"/>
            </a:xfrm>
            <a:custGeom>
              <a:rect b="b" l="l" r="r" t="t"/>
              <a:pathLst>
                <a:path extrusionOk="0" h="58628" w="291932">
                  <a:moveTo>
                    <a:pt x="0" y="18578"/>
                  </a:moveTo>
                  <a:lnTo>
                    <a:pt x="241" y="34019"/>
                  </a:lnTo>
                  <a:lnTo>
                    <a:pt x="221482" y="58628"/>
                  </a:lnTo>
                  <a:lnTo>
                    <a:pt x="291932" y="0"/>
                  </a:lnTo>
                  <a:close/>
                </a:path>
              </a:pathLst>
            </a:custGeom>
            <a:solidFill>
              <a:srgbClr val="ABE33F">
                <a:alpha val="81150"/>
              </a:srgbClr>
            </a:solidFill>
            <a:ln>
              <a:noFill/>
            </a:ln>
          </p:spPr>
        </p:sp>
        <p:sp>
          <p:nvSpPr>
            <p:cNvPr id="45" name="Google Shape;45;p6"/>
            <p:cNvSpPr/>
            <p:nvPr/>
          </p:nvSpPr>
          <p:spPr>
            <a:xfrm>
              <a:off x="3596100" y="4667000"/>
              <a:ext cx="5090700" cy="476500"/>
            </a:xfrm>
            <a:custGeom>
              <a:rect b="b" l="l" r="r" t="t"/>
              <a:pathLst>
                <a:path extrusionOk="0" h="19060" w="203628">
                  <a:moveTo>
                    <a:pt x="0" y="19060"/>
                  </a:moveTo>
                  <a:lnTo>
                    <a:pt x="203628" y="19060"/>
                  </a:lnTo>
                  <a:lnTo>
                    <a:pt x="157305" y="0"/>
                  </a:lnTo>
                  <a:close/>
                </a:path>
              </a:pathLst>
            </a:custGeom>
            <a:solidFill>
              <a:srgbClr val="004C52"/>
            </a:solidFill>
            <a:ln>
              <a:noFill/>
            </a:ln>
          </p:spPr>
        </p:sp>
        <p:sp>
          <p:nvSpPr>
            <p:cNvPr id="46" name="Google Shape;46;p6"/>
            <p:cNvSpPr/>
            <p:nvPr/>
          </p:nvSpPr>
          <p:spPr>
            <a:xfrm>
              <a:off x="5525000" y="4692625"/>
              <a:ext cx="3637100" cy="470475"/>
            </a:xfrm>
            <a:custGeom>
              <a:rect b="b" l="l" r="r" t="t"/>
              <a:pathLst>
                <a:path extrusionOk="0" h="18819" w="145484">
                  <a:moveTo>
                    <a:pt x="145484" y="0"/>
                  </a:moveTo>
                  <a:lnTo>
                    <a:pt x="145484" y="18819"/>
                  </a:lnTo>
                  <a:lnTo>
                    <a:pt x="0" y="18819"/>
                  </a:lnTo>
                  <a:close/>
                </a:path>
              </a:pathLst>
            </a:custGeom>
            <a:solidFill>
              <a:srgbClr val="00AE9D">
                <a:alpha val="83460"/>
              </a:srgbClr>
            </a:solidFill>
            <a:ln>
              <a:noFill/>
            </a:ln>
          </p:spPr>
        </p:sp>
        <p:sp>
          <p:nvSpPr>
            <p:cNvPr id="47" name="Google Shape;47;p6"/>
            <p:cNvSpPr/>
            <p:nvPr/>
          </p:nvSpPr>
          <p:spPr>
            <a:xfrm>
              <a:off x="7521475" y="4023125"/>
              <a:ext cx="1634600" cy="1139975"/>
            </a:xfrm>
            <a:custGeom>
              <a:rect b="b" l="l" r="r" t="t"/>
              <a:pathLst>
                <a:path extrusionOk="0" h="45599" w="65384">
                  <a:moveTo>
                    <a:pt x="65384" y="27022"/>
                  </a:moveTo>
                  <a:lnTo>
                    <a:pt x="65384" y="0"/>
                  </a:lnTo>
                  <a:lnTo>
                    <a:pt x="0" y="45599"/>
                  </a:lnTo>
                  <a:close/>
                </a:path>
              </a:pathLst>
            </a:custGeom>
            <a:solidFill>
              <a:srgbClr val="ABE33F">
                <a:alpha val="81150"/>
              </a:srgbClr>
            </a:solidFill>
            <a:ln>
              <a:noFill/>
            </a:ln>
          </p:spPr>
        </p:sp>
      </p:grpSp>
      <p:sp>
        <p:nvSpPr>
          <p:cNvPr id="48" name="Google Shape;48;p6"/>
          <p:cNvSpPr txBox="1"/>
          <p:nvPr>
            <p:ph type="title"/>
          </p:nvPr>
        </p:nvSpPr>
        <p:spPr>
          <a:xfrm>
            <a:off x="886650" y="398400"/>
            <a:ext cx="73707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1" type="body"/>
          </p:nvPr>
        </p:nvSpPr>
        <p:spPr>
          <a:xfrm>
            <a:off x="904925" y="1495850"/>
            <a:ext cx="3560100" cy="342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600"/>
              </a:spcBef>
              <a:spcAft>
                <a:spcPts val="0"/>
              </a:spcAft>
              <a:buSzPts val="1800"/>
              <a:buChar char="◆"/>
              <a:defRPr sz="18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◆"/>
              <a:defRPr sz="1800"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◇"/>
              <a:defRPr sz="1800"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50" name="Google Shape;50;p6"/>
          <p:cNvSpPr txBox="1"/>
          <p:nvPr>
            <p:ph idx="2" type="body"/>
          </p:nvPr>
        </p:nvSpPr>
        <p:spPr>
          <a:xfrm>
            <a:off x="4679180" y="1495850"/>
            <a:ext cx="3560100" cy="342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600"/>
              </a:spcBef>
              <a:spcAft>
                <a:spcPts val="0"/>
              </a:spcAft>
              <a:buSzPts val="1800"/>
              <a:buChar char="◆"/>
              <a:defRPr sz="18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◆"/>
              <a:defRPr sz="1800"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◇"/>
              <a:defRPr sz="1800"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51" name="Google Shape;51;p6"/>
          <p:cNvSpPr txBox="1"/>
          <p:nvPr>
            <p:ph idx="12" type="sldNum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TITLE_AND_TWO_COLUMNS_1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oogle Shape;53;p7"/>
          <p:cNvGrpSpPr/>
          <p:nvPr/>
        </p:nvGrpSpPr>
        <p:grpSpPr>
          <a:xfrm>
            <a:off x="-6025" y="0"/>
            <a:ext cx="9168125" cy="5163100"/>
            <a:chOff x="-6025" y="0"/>
            <a:chExt cx="9168125" cy="5163100"/>
          </a:xfrm>
        </p:grpSpPr>
        <p:sp>
          <p:nvSpPr>
            <p:cNvPr id="54" name="Google Shape;54;p7"/>
            <p:cNvSpPr/>
            <p:nvPr/>
          </p:nvSpPr>
          <p:spPr>
            <a:xfrm>
              <a:off x="0" y="0"/>
              <a:ext cx="8552900" cy="1333000"/>
            </a:xfrm>
            <a:custGeom>
              <a:rect b="b" l="l" r="r" t="t"/>
              <a:pathLst>
                <a:path extrusionOk="0" h="53320" w="342116">
                  <a:moveTo>
                    <a:pt x="0" y="0"/>
                  </a:moveTo>
                  <a:lnTo>
                    <a:pt x="0" y="53320"/>
                  </a:lnTo>
                  <a:lnTo>
                    <a:pt x="342116" y="0"/>
                  </a:lnTo>
                  <a:close/>
                </a:path>
              </a:pathLst>
            </a:custGeom>
            <a:solidFill>
              <a:srgbClr val="004C52"/>
            </a:solidFill>
            <a:ln>
              <a:noFill/>
            </a:ln>
          </p:spPr>
        </p:sp>
        <p:sp>
          <p:nvSpPr>
            <p:cNvPr id="55" name="Google Shape;55;p7"/>
            <p:cNvSpPr/>
            <p:nvPr/>
          </p:nvSpPr>
          <p:spPr>
            <a:xfrm>
              <a:off x="2563450" y="0"/>
              <a:ext cx="6580550" cy="1272675"/>
            </a:xfrm>
            <a:custGeom>
              <a:rect b="b" l="l" r="r" t="t"/>
              <a:pathLst>
                <a:path extrusionOk="0" h="50907" w="263222">
                  <a:moveTo>
                    <a:pt x="0" y="0"/>
                  </a:moveTo>
                  <a:lnTo>
                    <a:pt x="217381" y="50907"/>
                  </a:lnTo>
                  <a:lnTo>
                    <a:pt x="263222" y="10133"/>
                  </a:lnTo>
                  <a:lnTo>
                    <a:pt x="263222" y="0"/>
                  </a:lnTo>
                  <a:close/>
                </a:path>
              </a:pathLst>
            </a:custGeom>
            <a:solidFill>
              <a:srgbClr val="00AE9D">
                <a:alpha val="83460"/>
              </a:srgbClr>
            </a:solidFill>
            <a:ln>
              <a:noFill/>
            </a:ln>
          </p:spPr>
        </p:sp>
        <p:sp>
          <p:nvSpPr>
            <p:cNvPr id="56" name="Google Shape;56;p7"/>
            <p:cNvSpPr/>
            <p:nvPr/>
          </p:nvSpPr>
          <p:spPr>
            <a:xfrm>
              <a:off x="-6025" y="2"/>
              <a:ext cx="7298300" cy="1471709"/>
            </a:xfrm>
            <a:custGeom>
              <a:rect b="b" l="l" r="r" t="t"/>
              <a:pathLst>
                <a:path extrusionOk="0" h="58628" w="291932">
                  <a:moveTo>
                    <a:pt x="0" y="18578"/>
                  </a:moveTo>
                  <a:lnTo>
                    <a:pt x="241" y="34019"/>
                  </a:lnTo>
                  <a:lnTo>
                    <a:pt x="221482" y="58628"/>
                  </a:lnTo>
                  <a:lnTo>
                    <a:pt x="291932" y="0"/>
                  </a:lnTo>
                  <a:close/>
                </a:path>
              </a:pathLst>
            </a:custGeom>
            <a:solidFill>
              <a:srgbClr val="ABE33F">
                <a:alpha val="81150"/>
              </a:srgbClr>
            </a:solidFill>
            <a:ln>
              <a:noFill/>
            </a:ln>
          </p:spPr>
        </p:sp>
        <p:sp>
          <p:nvSpPr>
            <p:cNvPr id="57" name="Google Shape;57;p7"/>
            <p:cNvSpPr/>
            <p:nvPr/>
          </p:nvSpPr>
          <p:spPr>
            <a:xfrm>
              <a:off x="3596100" y="4667000"/>
              <a:ext cx="5090700" cy="476500"/>
            </a:xfrm>
            <a:custGeom>
              <a:rect b="b" l="l" r="r" t="t"/>
              <a:pathLst>
                <a:path extrusionOk="0" h="19060" w="203628">
                  <a:moveTo>
                    <a:pt x="0" y="19060"/>
                  </a:moveTo>
                  <a:lnTo>
                    <a:pt x="203628" y="19060"/>
                  </a:lnTo>
                  <a:lnTo>
                    <a:pt x="157305" y="0"/>
                  </a:lnTo>
                  <a:close/>
                </a:path>
              </a:pathLst>
            </a:custGeom>
            <a:solidFill>
              <a:srgbClr val="004C52"/>
            </a:solidFill>
            <a:ln>
              <a:noFill/>
            </a:ln>
          </p:spPr>
        </p:sp>
        <p:sp>
          <p:nvSpPr>
            <p:cNvPr id="58" name="Google Shape;58;p7"/>
            <p:cNvSpPr/>
            <p:nvPr/>
          </p:nvSpPr>
          <p:spPr>
            <a:xfrm>
              <a:off x="5525000" y="4692625"/>
              <a:ext cx="3637100" cy="470475"/>
            </a:xfrm>
            <a:custGeom>
              <a:rect b="b" l="l" r="r" t="t"/>
              <a:pathLst>
                <a:path extrusionOk="0" h="18819" w="145484">
                  <a:moveTo>
                    <a:pt x="145484" y="0"/>
                  </a:moveTo>
                  <a:lnTo>
                    <a:pt x="145484" y="18819"/>
                  </a:lnTo>
                  <a:lnTo>
                    <a:pt x="0" y="18819"/>
                  </a:lnTo>
                  <a:close/>
                </a:path>
              </a:pathLst>
            </a:custGeom>
            <a:solidFill>
              <a:srgbClr val="00AE9D">
                <a:alpha val="83460"/>
              </a:srgbClr>
            </a:solidFill>
            <a:ln>
              <a:noFill/>
            </a:ln>
          </p:spPr>
        </p:sp>
        <p:sp>
          <p:nvSpPr>
            <p:cNvPr id="59" name="Google Shape;59;p7"/>
            <p:cNvSpPr/>
            <p:nvPr/>
          </p:nvSpPr>
          <p:spPr>
            <a:xfrm>
              <a:off x="7521475" y="4023125"/>
              <a:ext cx="1634600" cy="1139975"/>
            </a:xfrm>
            <a:custGeom>
              <a:rect b="b" l="l" r="r" t="t"/>
              <a:pathLst>
                <a:path extrusionOk="0" h="45599" w="65384">
                  <a:moveTo>
                    <a:pt x="65384" y="27022"/>
                  </a:moveTo>
                  <a:lnTo>
                    <a:pt x="65384" y="0"/>
                  </a:lnTo>
                  <a:lnTo>
                    <a:pt x="0" y="45599"/>
                  </a:lnTo>
                  <a:close/>
                </a:path>
              </a:pathLst>
            </a:custGeom>
            <a:solidFill>
              <a:srgbClr val="ABE33F">
                <a:alpha val="81150"/>
              </a:srgbClr>
            </a:solidFill>
            <a:ln>
              <a:noFill/>
            </a:ln>
          </p:spPr>
        </p:sp>
      </p:grpSp>
      <p:sp>
        <p:nvSpPr>
          <p:cNvPr id="60" name="Google Shape;60;p7"/>
          <p:cNvSpPr txBox="1"/>
          <p:nvPr>
            <p:ph type="title"/>
          </p:nvPr>
        </p:nvSpPr>
        <p:spPr>
          <a:xfrm>
            <a:off x="886650" y="398400"/>
            <a:ext cx="73707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61" name="Google Shape;61;p7"/>
          <p:cNvSpPr txBox="1"/>
          <p:nvPr>
            <p:ph idx="1" type="body"/>
          </p:nvPr>
        </p:nvSpPr>
        <p:spPr>
          <a:xfrm>
            <a:off x="870750" y="1495850"/>
            <a:ext cx="2365200" cy="342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00"/>
              </a:spcBef>
              <a:spcAft>
                <a:spcPts val="0"/>
              </a:spcAft>
              <a:buSzPts val="1400"/>
              <a:buChar char="◆"/>
              <a:defRPr sz="14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◆"/>
              <a:defRPr sz="14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◇"/>
              <a:defRPr sz="1400"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62" name="Google Shape;62;p7"/>
          <p:cNvSpPr txBox="1"/>
          <p:nvPr>
            <p:ph idx="2" type="body"/>
          </p:nvPr>
        </p:nvSpPr>
        <p:spPr>
          <a:xfrm>
            <a:off x="3357262" y="1495850"/>
            <a:ext cx="2365200" cy="342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00"/>
              </a:spcBef>
              <a:spcAft>
                <a:spcPts val="0"/>
              </a:spcAft>
              <a:buSzPts val="1400"/>
              <a:buChar char="◆"/>
              <a:defRPr sz="14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◆"/>
              <a:defRPr sz="14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◇"/>
              <a:defRPr sz="1400"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63" name="Google Shape;63;p7"/>
          <p:cNvSpPr txBox="1"/>
          <p:nvPr>
            <p:ph idx="3" type="body"/>
          </p:nvPr>
        </p:nvSpPr>
        <p:spPr>
          <a:xfrm>
            <a:off x="5843773" y="1495850"/>
            <a:ext cx="2365200" cy="342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00"/>
              </a:spcBef>
              <a:spcAft>
                <a:spcPts val="0"/>
              </a:spcAft>
              <a:buSzPts val="1400"/>
              <a:buChar char="◆"/>
              <a:defRPr sz="14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◆"/>
              <a:defRPr sz="14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◇"/>
              <a:defRPr sz="1400"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64" name="Google Shape;64;p7"/>
          <p:cNvSpPr txBox="1"/>
          <p:nvPr>
            <p:ph idx="12" type="sldNum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Google Shape;66;p8"/>
          <p:cNvGrpSpPr/>
          <p:nvPr/>
        </p:nvGrpSpPr>
        <p:grpSpPr>
          <a:xfrm>
            <a:off x="-6025" y="0"/>
            <a:ext cx="9168125" cy="5163100"/>
            <a:chOff x="-6025" y="0"/>
            <a:chExt cx="9168125" cy="5163100"/>
          </a:xfrm>
        </p:grpSpPr>
        <p:sp>
          <p:nvSpPr>
            <p:cNvPr id="67" name="Google Shape;67;p8"/>
            <p:cNvSpPr/>
            <p:nvPr/>
          </p:nvSpPr>
          <p:spPr>
            <a:xfrm>
              <a:off x="0" y="0"/>
              <a:ext cx="8552900" cy="1333000"/>
            </a:xfrm>
            <a:custGeom>
              <a:rect b="b" l="l" r="r" t="t"/>
              <a:pathLst>
                <a:path extrusionOk="0" h="53320" w="342116">
                  <a:moveTo>
                    <a:pt x="0" y="0"/>
                  </a:moveTo>
                  <a:lnTo>
                    <a:pt x="0" y="53320"/>
                  </a:lnTo>
                  <a:lnTo>
                    <a:pt x="342116" y="0"/>
                  </a:lnTo>
                  <a:close/>
                </a:path>
              </a:pathLst>
            </a:custGeom>
            <a:solidFill>
              <a:srgbClr val="004C52"/>
            </a:solidFill>
            <a:ln>
              <a:noFill/>
            </a:ln>
          </p:spPr>
        </p:sp>
        <p:sp>
          <p:nvSpPr>
            <p:cNvPr id="68" name="Google Shape;68;p8"/>
            <p:cNvSpPr/>
            <p:nvPr/>
          </p:nvSpPr>
          <p:spPr>
            <a:xfrm>
              <a:off x="2563450" y="0"/>
              <a:ext cx="6580550" cy="1272675"/>
            </a:xfrm>
            <a:custGeom>
              <a:rect b="b" l="l" r="r" t="t"/>
              <a:pathLst>
                <a:path extrusionOk="0" h="50907" w="263222">
                  <a:moveTo>
                    <a:pt x="0" y="0"/>
                  </a:moveTo>
                  <a:lnTo>
                    <a:pt x="217381" y="50907"/>
                  </a:lnTo>
                  <a:lnTo>
                    <a:pt x="263222" y="10133"/>
                  </a:lnTo>
                  <a:lnTo>
                    <a:pt x="263222" y="0"/>
                  </a:lnTo>
                  <a:close/>
                </a:path>
              </a:pathLst>
            </a:custGeom>
            <a:solidFill>
              <a:srgbClr val="00AE9D">
                <a:alpha val="83460"/>
              </a:srgbClr>
            </a:solidFill>
            <a:ln>
              <a:noFill/>
            </a:ln>
          </p:spPr>
        </p:sp>
        <p:sp>
          <p:nvSpPr>
            <p:cNvPr id="69" name="Google Shape;69;p8"/>
            <p:cNvSpPr/>
            <p:nvPr/>
          </p:nvSpPr>
          <p:spPr>
            <a:xfrm>
              <a:off x="-6025" y="2"/>
              <a:ext cx="7298300" cy="1471709"/>
            </a:xfrm>
            <a:custGeom>
              <a:rect b="b" l="l" r="r" t="t"/>
              <a:pathLst>
                <a:path extrusionOk="0" h="58628" w="291932">
                  <a:moveTo>
                    <a:pt x="0" y="18578"/>
                  </a:moveTo>
                  <a:lnTo>
                    <a:pt x="241" y="34019"/>
                  </a:lnTo>
                  <a:lnTo>
                    <a:pt x="221482" y="58628"/>
                  </a:lnTo>
                  <a:lnTo>
                    <a:pt x="291932" y="0"/>
                  </a:lnTo>
                  <a:close/>
                </a:path>
              </a:pathLst>
            </a:custGeom>
            <a:solidFill>
              <a:srgbClr val="ABE33F">
                <a:alpha val="81150"/>
              </a:srgbClr>
            </a:solidFill>
            <a:ln>
              <a:noFill/>
            </a:ln>
          </p:spPr>
        </p:sp>
        <p:sp>
          <p:nvSpPr>
            <p:cNvPr id="70" name="Google Shape;70;p8"/>
            <p:cNvSpPr/>
            <p:nvPr/>
          </p:nvSpPr>
          <p:spPr>
            <a:xfrm>
              <a:off x="3596100" y="4667000"/>
              <a:ext cx="5090700" cy="476500"/>
            </a:xfrm>
            <a:custGeom>
              <a:rect b="b" l="l" r="r" t="t"/>
              <a:pathLst>
                <a:path extrusionOk="0" h="19060" w="203628">
                  <a:moveTo>
                    <a:pt x="0" y="19060"/>
                  </a:moveTo>
                  <a:lnTo>
                    <a:pt x="203628" y="19060"/>
                  </a:lnTo>
                  <a:lnTo>
                    <a:pt x="157305" y="0"/>
                  </a:lnTo>
                  <a:close/>
                </a:path>
              </a:pathLst>
            </a:custGeom>
            <a:solidFill>
              <a:srgbClr val="004C52"/>
            </a:solidFill>
            <a:ln>
              <a:noFill/>
            </a:ln>
          </p:spPr>
        </p:sp>
        <p:sp>
          <p:nvSpPr>
            <p:cNvPr id="71" name="Google Shape;71;p8"/>
            <p:cNvSpPr/>
            <p:nvPr/>
          </p:nvSpPr>
          <p:spPr>
            <a:xfrm>
              <a:off x="5525000" y="4692625"/>
              <a:ext cx="3637100" cy="470475"/>
            </a:xfrm>
            <a:custGeom>
              <a:rect b="b" l="l" r="r" t="t"/>
              <a:pathLst>
                <a:path extrusionOk="0" h="18819" w="145484">
                  <a:moveTo>
                    <a:pt x="145484" y="0"/>
                  </a:moveTo>
                  <a:lnTo>
                    <a:pt x="145484" y="18819"/>
                  </a:lnTo>
                  <a:lnTo>
                    <a:pt x="0" y="18819"/>
                  </a:lnTo>
                  <a:close/>
                </a:path>
              </a:pathLst>
            </a:custGeom>
            <a:solidFill>
              <a:srgbClr val="00AE9D">
                <a:alpha val="83460"/>
              </a:srgbClr>
            </a:solidFill>
            <a:ln>
              <a:noFill/>
            </a:ln>
          </p:spPr>
        </p:sp>
        <p:sp>
          <p:nvSpPr>
            <p:cNvPr id="72" name="Google Shape;72;p8"/>
            <p:cNvSpPr/>
            <p:nvPr/>
          </p:nvSpPr>
          <p:spPr>
            <a:xfrm>
              <a:off x="7521475" y="4023125"/>
              <a:ext cx="1634600" cy="1139975"/>
            </a:xfrm>
            <a:custGeom>
              <a:rect b="b" l="l" r="r" t="t"/>
              <a:pathLst>
                <a:path extrusionOk="0" h="45599" w="65384">
                  <a:moveTo>
                    <a:pt x="65384" y="27022"/>
                  </a:moveTo>
                  <a:lnTo>
                    <a:pt x="65384" y="0"/>
                  </a:lnTo>
                  <a:lnTo>
                    <a:pt x="0" y="45599"/>
                  </a:lnTo>
                  <a:close/>
                </a:path>
              </a:pathLst>
            </a:custGeom>
            <a:solidFill>
              <a:srgbClr val="ABE33F">
                <a:alpha val="81150"/>
              </a:srgbClr>
            </a:solidFill>
            <a:ln>
              <a:noFill/>
            </a:ln>
          </p:spPr>
        </p:sp>
      </p:grpSp>
      <p:sp>
        <p:nvSpPr>
          <p:cNvPr id="73" name="Google Shape;73;p8"/>
          <p:cNvSpPr txBox="1"/>
          <p:nvPr>
            <p:ph type="title"/>
          </p:nvPr>
        </p:nvSpPr>
        <p:spPr>
          <a:xfrm>
            <a:off x="886650" y="398400"/>
            <a:ext cx="73707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74" name="Google Shape;74;p8"/>
          <p:cNvSpPr txBox="1"/>
          <p:nvPr>
            <p:ph idx="12" type="sldNum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9"/>
          <p:cNvSpPr/>
          <p:nvPr/>
        </p:nvSpPr>
        <p:spPr>
          <a:xfrm>
            <a:off x="-2355" y="0"/>
            <a:ext cx="5209571" cy="983354"/>
          </a:xfrm>
          <a:custGeom>
            <a:rect b="b" l="l" r="r" t="t"/>
            <a:pathLst>
              <a:path extrusionOk="0" h="53320" w="342116">
                <a:moveTo>
                  <a:pt x="0" y="0"/>
                </a:moveTo>
                <a:lnTo>
                  <a:pt x="0" y="53320"/>
                </a:lnTo>
                <a:lnTo>
                  <a:pt x="342116" y="0"/>
                </a:lnTo>
                <a:close/>
              </a:path>
            </a:pathLst>
          </a:custGeom>
          <a:solidFill>
            <a:srgbClr val="004C52"/>
          </a:solidFill>
          <a:ln>
            <a:noFill/>
          </a:ln>
        </p:spPr>
      </p:sp>
      <p:sp>
        <p:nvSpPr>
          <p:cNvPr id="77" name="Google Shape;77;p9"/>
          <p:cNvSpPr/>
          <p:nvPr/>
        </p:nvSpPr>
        <p:spPr>
          <a:xfrm>
            <a:off x="-6025" y="2"/>
            <a:ext cx="4445394" cy="1085644"/>
          </a:xfrm>
          <a:custGeom>
            <a:rect b="b" l="l" r="r" t="t"/>
            <a:pathLst>
              <a:path extrusionOk="0" h="58628" w="291932">
                <a:moveTo>
                  <a:pt x="0" y="18578"/>
                </a:moveTo>
                <a:lnTo>
                  <a:pt x="241" y="34019"/>
                </a:lnTo>
                <a:lnTo>
                  <a:pt x="221482" y="58628"/>
                </a:lnTo>
                <a:lnTo>
                  <a:pt x="291932" y="0"/>
                </a:lnTo>
                <a:close/>
              </a:path>
            </a:pathLst>
          </a:custGeom>
          <a:solidFill>
            <a:srgbClr val="ABE33F">
              <a:alpha val="81150"/>
            </a:srgbClr>
          </a:solidFill>
          <a:ln>
            <a:noFill/>
          </a:ln>
        </p:spPr>
      </p:sp>
      <p:sp>
        <p:nvSpPr>
          <p:cNvPr id="78" name="Google Shape;78;p9"/>
          <p:cNvSpPr/>
          <p:nvPr/>
        </p:nvSpPr>
        <p:spPr>
          <a:xfrm>
            <a:off x="6375475" y="4745747"/>
            <a:ext cx="2548913" cy="400879"/>
          </a:xfrm>
          <a:custGeom>
            <a:rect b="b" l="l" r="r" t="t"/>
            <a:pathLst>
              <a:path extrusionOk="0" h="19060" w="203628">
                <a:moveTo>
                  <a:pt x="0" y="19060"/>
                </a:moveTo>
                <a:lnTo>
                  <a:pt x="203628" y="19060"/>
                </a:lnTo>
                <a:lnTo>
                  <a:pt x="157305" y="0"/>
                </a:lnTo>
                <a:close/>
              </a:path>
            </a:pathLst>
          </a:custGeom>
          <a:solidFill>
            <a:srgbClr val="004C52"/>
          </a:solidFill>
          <a:ln>
            <a:noFill/>
          </a:ln>
        </p:spPr>
      </p:sp>
      <p:sp>
        <p:nvSpPr>
          <p:cNvPr id="79" name="Google Shape;79;p9"/>
          <p:cNvSpPr/>
          <p:nvPr/>
        </p:nvSpPr>
        <p:spPr>
          <a:xfrm>
            <a:off x="7341180" y="4767304"/>
            <a:ext cx="1821096" cy="395811"/>
          </a:xfrm>
          <a:custGeom>
            <a:rect b="b" l="l" r="r" t="t"/>
            <a:pathLst>
              <a:path extrusionOk="0" h="18819" w="145484">
                <a:moveTo>
                  <a:pt x="145484" y="0"/>
                </a:moveTo>
                <a:lnTo>
                  <a:pt x="145484" y="18819"/>
                </a:lnTo>
                <a:lnTo>
                  <a:pt x="0" y="18819"/>
                </a:lnTo>
                <a:close/>
              </a:path>
            </a:pathLst>
          </a:custGeom>
          <a:solidFill>
            <a:srgbClr val="00AE9D">
              <a:alpha val="83460"/>
            </a:srgbClr>
          </a:solidFill>
          <a:ln>
            <a:noFill/>
          </a:ln>
        </p:spPr>
      </p:sp>
      <p:sp>
        <p:nvSpPr>
          <p:cNvPr id="80" name="Google Shape;80;p9"/>
          <p:cNvSpPr/>
          <p:nvPr/>
        </p:nvSpPr>
        <p:spPr>
          <a:xfrm>
            <a:off x="8340717" y="4204075"/>
            <a:ext cx="818444" cy="959061"/>
          </a:xfrm>
          <a:custGeom>
            <a:rect b="b" l="l" r="r" t="t"/>
            <a:pathLst>
              <a:path extrusionOk="0" h="45599" w="65384">
                <a:moveTo>
                  <a:pt x="65384" y="27022"/>
                </a:moveTo>
                <a:lnTo>
                  <a:pt x="65384" y="0"/>
                </a:lnTo>
                <a:lnTo>
                  <a:pt x="0" y="45599"/>
                </a:lnTo>
                <a:close/>
              </a:path>
            </a:pathLst>
          </a:custGeom>
          <a:solidFill>
            <a:srgbClr val="ABE33F">
              <a:alpha val="81150"/>
            </a:srgbClr>
          </a:solidFill>
          <a:ln>
            <a:noFill/>
          </a:ln>
        </p:spPr>
      </p:sp>
      <p:sp>
        <p:nvSpPr>
          <p:cNvPr id="81" name="Google Shape;81;p9"/>
          <p:cNvSpPr/>
          <p:nvPr/>
        </p:nvSpPr>
        <p:spPr>
          <a:xfrm>
            <a:off x="1559025" y="-6025"/>
            <a:ext cx="4116775" cy="944875"/>
          </a:xfrm>
          <a:custGeom>
            <a:rect b="b" l="l" r="r" t="t"/>
            <a:pathLst>
              <a:path extrusionOk="0" h="37795" w="164671">
                <a:moveTo>
                  <a:pt x="0" y="241"/>
                </a:moveTo>
                <a:lnTo>
                  <a:pt x="132407" y="37795"/>
                </a:lnTo>
                <a:lnTo>
                  <a:pt x="164671" y="0"/>
                </a:lnTo>
                <a:lnTo>
                  <a:pt x="160329" y="241"/>
                </a:lnTo>
                <a:close/>
              </a:path>
            </a:pathLst>
          </a:custGeom>
          <a:solidFill>
            <a:srgbClr val="00AE9D">
              <a:alpha val="83460"/>
            </a:srgbClr>
          </a:solidFill>
          <a:ln>
            <a:noFill/>
          </a:ln>
        </p:spPr>
      </p:sp>
      <p:sp>
        <p:nvSpPr>
          <p:cNvPr id="82" name="Google Shape;82;p9"/>
          <p:cNvSpPr txBox="1"/>
          <p:nvPr>
            <p:ph idx="1" type="body"/>
          </p:nvPr>
        </p:nvSpPr>
        <p:spPr>
          <a:xfrm>
            <a:off x="457200" y="4406309"/>
            <a:ext cx="8229600" cy="51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algn="ctr">
              <a:spcBef>
                <a:spcPts val="360"/>
              </a:spcBef>
              <a:spcAft>
                <a:spcPts val="0"/>
              </a:spcAft>
              <a:buSzPts val="1400"/>
              <a:buNone/>
              <a:defRPr sz="1400"/>
            </a:lvl1pPr>
          </a:lstStyle>
          <a:p/>
        </p:txBody>
      </p:sp>
      <p:sp>
        <p:nvSpPr>
          <p:cNvPr id="83" name="Google Shape;83;p9"/>
          <p:cNvSpPr txBox="1"/>
          <p:nvPr>
            <p:ph idx="12" type="sldNum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0"/>
          <p:cNvSpPr/>
          <p:nvPr/>
        </p:nvSpPr>
        <p:spPr>
          <a:xfrm>
            <a:off x="-2355" y="0"/>
            <a:ext cx="5209571" cy="983354"/>
          </a:xfrm>
          <a:custGeom>
            <a:rect b="b" l="l" r="r" t="t"/>
            <a:pathLst>
              <a:path extrusionOk="0" h="53320" w="342116">
                <a:moveTo>
                  <a:pt x="0" y="0"/>
                </a:moveTo>
                <a:lnTo>
                  <a:pt x="0" y="53320"/>
                </a:lnTo>
                <a:lnTo>
                  <a:pt x="342116" y="0"/>
                </a:lnTo>
                <a:close/>
              </a:path>
            </a:pathLst>
          </a:custGeom>
          <a:solidFill>
            <a:srgbClr val="004C52"/>
          </a:solidFill>
          <a:ln>
            <a:noFill/>
          </a:ln>
        </p:spPr>
      </p:sp>
      <p:sp>
        <p:nvSpPr>
          <p:cNvPr id="86" name="Google Shape;86;p10"/>
          <p:cNvSpPr/>
          <p:nvPr/>
        </p:nvSpPr>
        <p:spPr>
          <a:xfrm>
            <a:off x="-6025" y="2"/>
            <a:ext cx="4445394" cy="1085644"/>
          </a:xfrm>
          <a:custGeom>
            <a:rect b="b" l="l" r="r" t="t"/>
            <a:pathLst>
              <a:path extrusionOk="0" h="58628" w="291932">
                <a:moveTo>
                  <a:pt x="0" y="18578"/>
                </a:moveTo>
                <a:lnTo>
                  <a:pt x="241" y="34019"/>
                </a:lnTo>
                <a:lnTo>
                  <a:pt x="221482" y="58628"/>
                </a:lnTo>
                <a:lnTo>
                  <a:pt x="291932" y="0"/>
                </a:lnTo>
                <a:close/>
              </a:path>
            </a:pathLst>
          </a:custGeom>
          <a:solidFill>
            <a:srgbClr val="ABE33F">
              <a:alpha val="81150"/>
            </a:srgbClr>
          </a:solidFill>
          <a:ln>
            <a:noFill/>
          </a:ln>
        </p:spPr>
      </p:sp>
      <p:sp>
        <p:nvSpPr>
          <p:cNvPr id="87" name="Google Shape;87;p10"/>
          <p:cNvSpPr/>
          <p:nvPr/>
        </p:nvSpPr>
        <p:spPr>
          <a:xfrm>
            <a:off x="6375475" y="4745747"/>
            <a:ext cx="2548913" cy="400879"/>
          </a:xfrm>
          <a:custGeom>
            <a:rect b="b" l="l" r="r" t="t"/>
            <a:pathLst>
              <a:path extrusionOk="0" h="19060" w="203628">
                <a:moveTo>
                  <a:pt x="0" y="19060"/>
                </a:moveTo>
                <a:lnTo>
                  <a:pt x="203628" y="19060"/>
                </a:lnTo>
                <a:lnTo>
                  <a:pt x="157305" y="0"/>
                </a:lnTo>
                <a:close/>
              </a:path>
            </a:pathLst>
          </a:custGeom>
          <a:solidFill>
            <a:srgbClr val="004C52"/>
          </a:solidFill>
          <a:ln>
            <a:noFill/>
          </a:ln>
        </p:spPr>
      </p:sp>
      <p:sp>
        <p:nvSpPr>
          <p:cNvPr id="88" name="Google Shape;88;p10"/>
          <p:cNvSpPr/>
          <p:nvPr/>
        </p:nvSpPr>
        <p:spPr>
          <a:xfrm>
            <a:off x="7341180" y="4767304"/>
            <a:ext cx="1821096" cy="395811"/>
          </a:xfrm>
          <a:custGeom>
            <a:rect b="b" l="l" r="r" t="t"/>
            <a:pathLst>
              <a:path extrusionOk="0" h="18819" w="145484">
                <a:moveTo>
                  <a:pt x="145484" y="0"/>
                </a:moveTo>
                <a:lnTo>
                  <a:pt x="145484" y="18819"/>
                </a:lnTo>
                <a:lnTo>
                  <a:pt x="0" y="18819"/>
                </a:lnTo>
                <a:close/>
              </a:path>
            </a:pathLst>
          </a:custGeom>
          <a:solidFill>
            <a:srgbClr val="00AE9D">
              <a:alpha val="83460"/>
            </a:srgbClr>
          </a:solidFill>
          <a:ln>
            <a:noFill/>
          </a:ln>
        </p:spPr>
      </p:sp>
      <p:sp>
        <p:nvSpPr>
          <p:cNvPr id="89" name="Google Shape;89;p10"/>
          <p:cNvSpPr/>
          <p:nvPr/>
        </p:nvSpPr>
        <p:spPr>
          <a:xfrm>
            <a:off x="8340717" y="4204075"/>
            <a:ext cx="818444" cy="959061"/>
          </a:xfrm>
          <a:custGeom>
            <a:rect b="b" l="l" r="r" t="t"/>
            <a:pathLst>
              <a:path extrusionOk="0" h="45599" w="65384">
                <a:moveTo>
                  <a:pt x="65384" y="27022"/>
                </a:moveTo>
                <a:lnTo>
                  <a:pt x="65384" y="0"/>
                </a:lnTo>
                <a:lnTo>
                  <a:pt x="0" y="45599"/>
                </a:lnTo>
                <a:close/>
              </a:path>
            </a:pathLst>
          </a:custGeom>
          <a:solidFill>
            <a:srgbClr val="ABE33F">
              <a:alpha val="81150"/>
            </a:srgbClr>
          </a:solidFill>
          <a:ln>
            <a:noFill/>
          </a:ln>
        </p:spPr>
      </p:sp>
      <p:sp>
        <p:nvSpPr>
          <p:cNvPr id="90" name="Google Shape;90;p10"/>
          <p:cNvSpPr/>
          <p:nvPr/>
        </p:nvSpPr>
        <p:spPr>
          <a:xfrm>
            <a:off x="1559025" y="-6025"/>
            <a:ext cx="4116775" cy="944875"/>
          </a:xfrm>
          <a:custGeom>
            <a:rect b="b" l="l" r="r" t="t"/>
            <a:pathLst>
              <a:path extrusionOk="0" h="37795" w="164671">
                <a:moveTo>
                  <a:pt x="0" y="241"/>
                </a:moveTo>
                <a:lnTo>
                  <a:pt x="132407" y="37795"/>
                </a:lnTo>
                <a:lnTo>
                  <a:pt x="164671" y="0"/>
                </a:lnTo>
                <a:lnTo>
                  <a:pt x="160329" y="241"/>
                </a:lnTo>
                <a:close/>
              </a:path>
            </a:pathLst>
          </a:custGeom>
          <a:solidFill>
            <a:srgbClr val="00AE9D">
              <a:alpha val="83460"/>
            </a:srgbClr>
          </a:solidFill>
          <a:ln>
            <a:noFill/>
          </a:ln>
        </p:spPr>
      </p:sp>
      <p:sp>
        <p:nvSpPr>
          <p:cNvPr id="91" name="Google Shape;91;p10"/>
          <p:cNvSpPr txBox="1"/>
          <p:nvPr>
            <p:ph idx="12" type="sldNum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886650" y="1598408"/>
            <a:ext cx="7370700" cy="3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600"/>
              </a:spcBef>
              <a:spcAft>
                <a:spcPts val="0"/>
              </a:spcAft>
              <a:buClr>
                <a:srgbClr val="ABE33F"/>
              </a:buClr>
              <a:buSzPts val="2400"/>
              <a:buFont typeface="Karla"/>
              <a:buChar char="◆"/>
              <a:defRPr sz="2400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defRPr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Clr>
                <a:srgbClr val="ABE33F"/>
              </a:buClr>
              <a:buSzPts val="2400"/>
              <a:buFont typeface="Karla"/>
              <a:buChar char="◆"/>
              <a:defRPr sz="2400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defRPr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Clr>
                <a:srgbClr val="ABE33F"/>
              </a:buClr>
              <a:buSzPts val="2400"/>
              <a:buFont typeface="Karla"/>
              <a:buChar char="◇"/>
              <a:defRPr sz="2400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defRPr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Clr>
                <a:srgbClr val="004C52"/>
              </a:buClr>
              <a:buSzPts val="2400"/>
              <a:buFont typeface="Karla"/>
              <a:buChar char="●"/>
              <a:defRPr sz="2400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defRPr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Clr>
                <a:srgbClr val="004C52"/>
              </a:buClr>
              <a:buSzPts val="2400"/>
              <a:buFont typeface="Karla"/>
              <a:buChar char="○"/>
              <a:defRPr sz="2400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defRPr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Clr>
                <a:srgbClr val="004C52"/>
              </a:buClr>
              <a:buSzPts val="2400"/>
              <a:buFont typeface="Karla"/>
              <a:buChar char="■"/>
              <a:defRPr sz="2400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defRPr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Clr>
                <a:srgbClr val="004C52"/>
              </a:buClr>
              <a:buSzPts val="2400"/>
              <a:buFont typeface="Karla"/>
              <a:buChar char="●"/>
              <a:defRPr sz="2400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defRPr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Clr>
                <a:srgbClr val="004C52"/>
              </a:buClr>
              <a:buSzPts val="2400"/>
              <a:buFont typeface="Karla"/>
              <a:buChar char="○"/>
              <a:defRPr sz="2400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defRPr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Clr>
                <a:srgbClr val="004C52"/>
              </a:buClr>
              <a:buSzPts val="2400"/>
              <a:buFont typeface="Karla"/>
              <a:buChar char="■"/>
              <a:defRPr sz="2400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886650" y="398400"/>
            <a:ext cx="73707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aleway"/>
              <a:buNone/>
              <a:defRPr b="1" sz="24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aleway"/>
              <a:buNone/>
              <a:defRPr b="1" sz="24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aleway"/>
              <a:buNone/>
              <a:defRPr b="1" sz="24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aleway"/>
              <a:buNone/>
              <a:defRPr b="1" sz="24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aleway"/>
              <a:buNone/>
              <a:defRPr b="1" sz="24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aleway"/>
              <a:buNone/>
              <a:defRPr b="1" sz="24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aleway"/>
              <a:buNone/>
              <a:defRPr b="1" sz="24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aleway"/>
              <a:buNone/>
              <a:defRPr b="1" sz="24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aleway"/>
              <a:buNone/>
              <a:defRPr b="1" sz="24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2712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200">
                <a:solidFill>
                  <a:srgbClr val="00AE9D"/>
                </a:solidFill>
                <a:latin typeface="Karla"/>
                <a:ea typeface="Karla"/>
                <a:cs typeface="Karla"/>
                <a:sym typeface="Karla"/>
              </a:defRPr>
            </a:lvl1pPr>
            <a:lvl2pPr lvl="1">
              <a:buNone/>
              <a:defRPr sz="1200">
                <a:solidFill>
                  <a:srgbClr val="00AE9D"/>
                </a:solidFill>
                <a:latin typeface="Karla"/>
                <a:ea typeface="Karla"/>
                <a:cs typeface="Karla"/>
                <a:sym typeface="Karla"/>
              </a:defRPr>
            </a:lvl2pPr>
            <a:lvl3pPr lvl="2">
              <a:buNone/>
              <a:defRPr sz="1200">
                <a:solidFill>
                  <a:srgbClr val="00AE9D"/>
                </a:solidFill>
                <a:latin typeface="Karla"/>
                <a:ea typeface="Karla"/>
                <a:cs typeface="Karla"/>
                <a:sym typeface="Karla"/>
              </a:defRPr>
            </a:lvl3pPr>
            <a:lvl4pPr lvl="3">
              <a:buNone/>
              <a:defRPr sz="1200">
                <a:solidFill>
                  <a:srgbClr val="00AE9D"/>
                </a:solidFill>
                <a:latin typeface="Karla"/>
                <a:ea typeface="Karla"/>
                <a:cs typeface="Karla"/>
                <a:sym typeface="Karla"/>
              </a:defRPr>
            </a:lvl4pPr>
            <a:lvl5pPr lvl="4">
              <a:buNone/>
              <a:defRPr sz="1200">
                <a:solidFill>
                  <a:srgbClr val="00AE9D"/>
                </a:solidFill>
                <a:latin typeface="Karla"/>
                <a:ea typeface="Karla"/>
                <a:cs typeface="Karla"/>
                <a:sym typeface="Karla"/>
              </a:defRPr>
            </a:lvl5pPr>
            <a:lvl6pPr lvl="5">
              <a:buNone/>
              <a:defRPr sz="1200">
                <a:solidFill>
                  <a:srgbClr val="00AE9D"/>
                </a:solidFill>
                <a:latin typeface="Karla"/>
                <a:ea typeface="Karla"/>
                <a:cs typeface="Karla"/>
                <a:sym typeface="Karla"/>
              </a:defRPr>
            </a:lvl6pPr>
            <a:lvl7pPr lvl="6">
              <a:buNone/>
              <a:defRPr sz="1200">
                <a:solidFill>
                  <a:srgbClr val="00AE9D"/>
                </a:solidFill>
                <a:latin typeface="Karla"/>
                <a:ea typeface="Karla"/>
                <a:cs typeface="Karla"/>
                <a:sym typeface="Karla"/>
              </a:defRPr>
            </a:lvl7pPr>
            <a:lvl8pPr lvl="7">
              <a:buNone/>
              <a:defRPr sz="1200">
                <a:solidFill>
                  <a:srgbClr val="00AE9D"/>
                </a:solidFill>
                <a:latin typeface="Karla"/>
                <a:ea typeface="Karla"/>
                <a:cs typeface="Karla"/>
                <a:sym typeface="Karla"/>
              </a:defRPr>
            </a:lvl8pPr>
            <a:lvl9pPr lvl="8">
              <a:buNone/>
              <a:defRPr sz="1200">
                <a:solidFill>
                  <a:srgbClr val="00AE9D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transition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hyperlink" Target="http://bit.ly/EE-RQ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://www.slidescarnival.com/" TargetMode="External"/><Relationship Id="rId4" Type="http://schemas.openxmlformats.org/officeDocument/2006/relationships/hyperlink" Target="http://unsplash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1"/>
          <p:cNvSpPr txBox="1"/>
          <p:nvPr>
            <p:ph type="ctrTitle"/>
          </p:nvPr>
        </p:nvSpPr>
        <p:spPr>
          <a:xfrm>
            <a:off x="1003850" y="1991825"/>
            <a:ext cx="7316700" cy="11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/>
              <a:t>Extended Essay</a:t>
            </a:r>
            <a:endParaRPr sz="7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Design Technology </a:t>
            </a:r>
            <a:endParaRPr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2"/>
          <p:cNvSpPr txBox="1"/>
          <p:nvPr>
            <p:ph idx="4294967295" type="ctrTitle"/>
          </p:nvPr>
        </p:nvSpPr>
        <p:spPr>
          <a:xfrm>
            <a:off x="626050" y="1354750"/>
            <a:ext cx="8721000" cy="11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rgbClr val="ABE33F"/>
                </a:solidFill>
              </a:rPr>
              <a:t>Extended Essay in Design Technology</a:t>
            </a:r>
            <a:endParaRPr sz="3500">
              <a:solidFill>
                <a:srgbClr val="ABE33F"/>
              </a:solidFill>
            </a:endParaRPr>
          </a:p>
        </p:txBody>
      </p:sp>
      <p:sp>
        <p:nvSpPr>
          <p:cNvPr id="102" name="Google Shape;102;p12"/>
          <p:cNvSpPr txBox="1"/>
          <p:nvPr>
            <p:ph idx="4294967295" type="subTitle"/>
          </p:nvPr>
        </p:nvSpPr>
        <p:spPr>
          <a:xfrm>
            <a:off x="702800" y="2198750"/>
            <a:ext cx="7461600" cy="219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/>
              <a:t>Allows students to explore and investigate topics related to the fields of design, innovation, materials science, product development, and more. </a:t>
            </a:r>
            <a:endParaRPr b="1" sz="2500"/>
          </a:p>
        </p:txBody>
      </p:sp>
      <p:sp>
        <p:nvSpPr>
          <p:cNvPr id="103" name="Google Shape;103;p12"/>
          <p:cNvSpPr txBox="1"/>
          <p:nvPr>
            <p:ph idx="12" type="sldNum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 txBox="1"/>
          <p:nvPr>
            <p:ph type="ctrTitle"/>
          </p:nvPr>
        </p:nvSpPr>
        <p:spPr>
          <a:xfrm>
            <a:off x="175925" y="2116750"/>
            <a:ext cx="87759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BE33F"/>
                </a:solidFill>
              </a:rPr>
              <a:t>1.</a:t>
            </a:r>
            <a:endParaRPr>
              <a:solidFill>
                <a:srgbClr val="ABE33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Understanding the Requirements of the Extended Essay</a:t>
            </a:r>
            <a:endParaRPr/>
          </a:p>
        </p:txBody>
      </p:sp>
      <p:sp>
        <p:nvSpPr>
          <p:cNvPr id="109" name="Google Shape;109;p13"/>
          <p:cNvSpPr txBox="1"/>
          <p:nvPr>
            <p:ph idx="12" type="sldNum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4"/>
          <p:cNvSpPr txBox="1"/>
          <p:nvPr>
            <p:ph type="title"/>
          </p:nvPr>
        </p:nvSpPr>
        <p:spPr>
          <a:xfrm>
            <a:off x="341525" y="398400"/>
            <a:ext cx="82068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</a:rPr>
              <a:t>Requirements of the Extended Essay</a:t>
            </a:r>
            <a:endParaRPr sz="1800"/>
          </a:p>
        </p:txBody>
      </p:sp>
      <p:sp>
        <p:nvSpPr>
          <p:cNvPr id="115" name="Google Shape;115;p14"/>
          <p:cNvSpPr txBox="1"/>
          <p:nvPr>
            <p:ph idx="1" type="body"/>
          </p:nvPr>
        </p:nvSpPr>
        <p:spPr>
          <a:xfrm>
            <a:off x="248375" y="1369800"/>
            <a:ext cx="8786400" cy="332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100"/>
              <a:t>The EE is a 4,000-word research paper that must reflect critical thinking, investigation, and personal engagement. In Design Technology, the essay can focus on a variety of topics but should involve a significant element of design, technical problem-solving, or technological analysis.</a:t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2100"/>
              <a:t>Key Points:</a:t>
            </a:r>
            <a:endParaRPr b="1" sz="2100"/>
          </a:p>
          <a:p>
            <a:pPr indent="-361950" lvl="0" marL="457200" rtl="0" algn="l">
              <a:spcBef>
                <a:spcPts val="600"/>
              </a:spcBef>
              <a:spcAft>
                <a:spcPts val="0"/>
              </a:spcAft>
              <a:buSzPts val="2100"/>
              <a:buChar char="◆"/>
            </a:pPr>
            <a:r>
              <a:rPr lang="en" sz="2100"/>
              <a:t>The research must be question-driven.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◆"/>
            </a:pPr>
            <a:r>
              <a:rPr lang="en" sz="2100"/>
              <a:t>The topic should allow for in-depth analysis and critical evaluation.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◆"/>
            </a:pPr>
            <a:r>
              <a:rPr lang="en" sz="2100"/>
              <a:t>Focus on originality and avoid overly common or broad topics.</a:t>
            </a:r>
            <a:endParaRPr sz="21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</p:txBody>
      </p:sp>
      <p:sp>
        <p:nvSpPr>
          <p:cNvPr id="116" name="Google Shape;116;p14"/>
          <p:cNvSpPr txBox="1"/>
          <p:nvPr>
            <p:ph idx="12" type="sldNum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5"/>
          <p:cNvSpPr txBox="1"/>
          <p:nvPr>
            <p:ph type="ctrTitle"/>
          </p:nvPr>
        </p:nvSpPr>
        <p:spPr>
          <a:xfrm>
            <a:off x="175925" y="2116750"/>
            <a:ext cx="87759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BE33F"/>
                </a:solidFill>
              </a:rPr>
              <a:t>2.</a:t>
            </a:r>
            <a:endParaRPr>
              <a:solidFill>
                <a:srgbClr val="ABE33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Choosing a Topic</a:t>
            </a:r>
            <a:endParaRPr/>
          </a:p>
        </p:txBody>
      </p:sp>
      <p:sp>
        <p:nvSpPr>
          <p:cNvPr id="122" name="Google Shape;122;p15"/>
          <p:cNvSpPr txBox="1"/>
          <p:nvPr>
            <p:ph idx="12" type="sldNum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 txBox="1"/>
          <p:nvPr>
            <p:ph type="title"/>
          </p:nvPr>
        </p:nvSpPr>
        <p:spPr>
          <a:xfrm>
            <a:off x="341525" y="398400"/>
            <a:ext cx="82068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</a:rPr>
              <a:t>Choosing a Topic</a:t>
            </a:r>
            <a:endParaRPr sz="1800"/>
          </a:p>
        </p:txBody>
      </p:sp>
      <p:sp>
        <p:nvSpPr>
          <p:cNvPr id="128" name="Google Shape;128;p16"/>
          <p:cNvSpPr txBox="1"/>
          <p:nvPr>
            <p:ph idx="1" type="body"/>
          </p:nvPr>
        </p:nvSpPr>
        <p:spPr>
          <a:xfrm>
            <a:off x="172175" y="1446000"/>
            <a:ext cx="8895600" cy="332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200"/>
              <a:t>Your topic should:</a:t>
            </a:r>
            <a:br>
              <a:rPr lang="en" sz="2200"/>
            </a:br>
            <a:endParaRPr sz="100"/>
          </a:p>
          <a:p>
            <a:pPr indent="-368300" lvl="0" marL="457200" rtl="0" algn="l">
              <a:spcBef>
                <a:spcPts val="600"/>
              </a:spcBef>
              <a:spcAft>
                <a:spcPts val="0"/>
              </a:spcAft>
              <a:buSzPts val="2200"/>
              <a:buChar char="◆"/>
            </a:pPr>
            <a:r>
              <a:rPr lang="en" sz="2200"/>
              <a:t>Be specific and focused enough to allow thorough investigation.</a:t>
            </a:r>
            <a:endParaRPr sz="2200"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-368300" lvl="0" marL="457200" rtl="0" algn="l">
              <a:spcBef>
                <a:spcPts val="600"/>
              </a:spcBef>
              <a:spcAft>
                <a:spcPts val="0"/>
              </a:spcAft>
              <a:buSzPts val="2200"/>
              <a:buChar char="◆"/>
            </a:pPr>
            <a:r>
              <a:rPr lang="en" sz="2200"/>
              <a:t>Be related to Design Technology: This could include material sciences, engineering, product development, ergonomics, sustainability, or innovation in design.</a:t>
            </a:r>
            <a:endParaRPr sz="2200"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-368300" lvl="0" marL="457200" rtl="0" algn="l">
              <a:spcBef>
                <a:spcPts val="600"/>
              </a:spcBef>
              <a:spcAft>
                <a:spcPts val="0"/>
              </a:spcAft>
              <a:buSzPts val="2200"/>
              <a:buChar char="◆"/>
            </a:pPr>
            <a:r>
              <a:rPr lang="en" sz="2200"/>
              <a:t>Reflect your interest and passion: A topic that excites you will help keep motivation high.</a:t>
            </a:r>
            <a:endParaRPr sz="22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sp>
        <p:nvSpPr>
          <p:cNvPr id="129" name="Google Shape;129;p16"/>
          <p:cNvSpPr txBox="1"/>
          <p:nvPr>
            <p:ph idx="12" type="sldNum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7"/>
          <p:cNvSpPr txBox="1"/>
          <p:nvPr>
            <p:ph type="title"/>
          </p:nvPr>
        </p:nvSpPr>
        <p:spPr>
          <a:xfrm>
            <a:off x="341525" y="398400"/>
            <a:ext cx="82068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</a:rPr>
              <a:t>Examples of Suitable Topics</a:t>
            </a:r>
            <a:endParaRPr sz="1800"/>
          </a:p>
        </p:txBody>
      </p:sp>
      <p:sp>
        <p:nvSpPr>
          <p:cNvPr id="135" name="Google Shape;135;p17"/>
          <p:cNvSpPr txBox="1"/>
          <p:nvPr>
            <p:ph idx="1" type="body"/>
          </p:nvPr>
        </p:nvSpPr>
        <p:spPr>
          <a:xfrm>
            <a:off x="-56425" y="1369800"/>
            <a:ext cx="9144000" cy="332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600"/>
              </a:spcBef>
              <a:spcAft>
                <a:spcPts val="0"/>
              </a:spcAft>
              <a:buSzPts val="2200"/>
              <a:buChar char="◆"/>
            </a:pPr>
            <a:r>
              <a:rPr lang="en" sz="2200"/>
              <a:t>Analyzing the sustainability of different materials used in 3D printing.</a:t>
            </a:r>
            <a:endParaRPr sz="2200"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-368300" lvl="0" marL="457200" rtl="0" algn="l">
              <a:spcBef>
                <a:spcPts val="600"/>
              </a:spcBef>
              <a:spcAft>
                <a:spcPts val="0"/>
              </a:spcAft>
              <a:buSzPts val="2200"/>
              <a:buChar char="◆"/>
            </a:pPr>
            <a:r>
              <a:rPr lang="en" sz="2200"/>
              <a:t>Evaluating the ergonomic design of a specific consumer product.</a:t>
            </a:r>
            <a:endParaRPr sz="2200"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-368300" lvl="0" marL="457200" rtl="0" algn="l">
              <a:spcBef>
                <a:spcPts val="600"/>
              </a:spcBef>
              <a:spcAft>
                <a:spcPts val="0"/>
              </a:spcAft>
              <a:buSzPts val="2200"/>
              <a:buChar char="◆"/>
            </a:pPr>
            <a:r>
              <a:rPr lang="en" sz="2200"/>
              <a:t>Investigating how a particular design innovation changed product functionality.</a:t>
            </a:r>
            <a:endParaRPr sz="2200"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-368300" lvl="0" marL="457200" rtl="0" algn="l">
              <a:spcBef>
                <a:spcPts val="600"/>
              </a:spcBef>
              <a:spcAft>
                <a:spcPts val="0"/>
              </a:spcAft>
              <a:buSzPts val="2200"/>
              <a:buChar char="◆"/>
            </a:pPr>
            <a:r>
              <a:rPr lang="en" sz="2200"/>
              <a:t>Make sure the topic is neither too broad nor too narrow, and that it allows for ample research opportunities.</a:t>
            </a:r>
            <a:endParaRPr sz="22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sp>
        <p:nvSpPr>
          <p:cNvPr id="136" name="Google Shape;136;p17"/>
          <p:cNvSpPr txBox="1"/>
          <p:nvPr>
            <p:ph idx="12" type="sldNum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8"/>
          <p:cNvSpPr txBox="1"/>
          <p:nvPr>
            <p:ph type="ctrTitle"/>
          </p:nvPr>
        </p:nvSpPr>
        <p:spPr>
          <a:xfrm>
            <a:off x="175925" y="2116750"/>
            <a:ext cx="87759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BE33F"/>
                </a:solidFill>
              </a:rPr>
              <a:t>3</a:t>
            </a:r>
            <a:r>
              <a:rPr lang="en">
                <a:solidFill>
                  <a:srgbClr val="ABE33F"/>
                </a:solidFill>
              </a:rPr>
              <a:t>.</a:t>
            </a:r>
            <a:endParaRPr>
              <a:solidFill>
                <a:srgbClr val="ABE33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Formulating the Research Question</a:t>
            </a:r>
            <a:endParaRPr/>
          </a:p>
        </p:txBody>
      </p:sp>
      <p:sp>
        <p:nvSpPr>
          <p:cNvPr id="142" name="Google Shape;142;p18"/>
          <p:cNvSpPr txBox="1"/>
          <p:nvPr>
            <p:ph idx="12" type="sldNum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9"/>
          <p:cNvSpPr txBox="1"/>
          <p:nvPr>
            <p:ph type="title"/>
          </p:nvPr>
        </p:nvSpPr>
        <p:spPr>
          <a:xfrm>
            <a:off x="341525" y="398400"/>
            <a:ext cx="82068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</a:rPr>
              <a:t>Formulating the Research Question</a:t>
            </a:r>
            <a:endParaRPr sz="1800"/>
          </a:p>
        </p:txBody>
      </p:sp>
      <p:sp>
        <p:nvSpPr>
          <p:cNvPr id="148" name="Google Shape;148;p19"/>
          <p:cNvSpPr txBox="1"/>
          <p:nvPr>
            <p:ph idx="1" type="body"/>
          </p:nvPr>
        </p:nvSpPr>
        <p:spPr>
          <a:xfrm>
            <a:off x="248375" y="1750800"/>
            <a:ext cx="8786400" cy="26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700"/>
              <a:t>Once you have a topic, you need to formulate a clear and focused research question. This question will guide your research and provide a structure for your essay.</a:t>
            </a:r>
            <a:endParaRPr sz="27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</p:txBody>
      </p:sp>
      <p:sp>
        <p:nvSpPr>
          <p:cNvPr id="149" name="Google Shape;149;p19"/>
          <p:cNvSpPr txBox="1"/>
          <p:nvPr>
            <p:ph idx="12" type="sldNum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0" name="Google Shape;150;p19"/>
          <p:cNvSpPr txBox="1"/>
          <p:nvPr/>
        </p:nvSpPr>
        <p:spPr>
          <a:xfrm>
            <a:off x="3389075" y="3893975"/>
            <a:ext cx="2111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 u="sng">
                <a:solidFill>
                  <a:schemeClr val="hlink"/>
                </a:solidFill>
                <a:latin typeface="Helvetica Neue"/>
                <a:ea typeface="Helvetica Neue"/>
                <a:cs typeface="Helvetica Neue"/>
                <a:sym typeface="Helvetica Neue"/>
                <a:hlinkClick r:id="rId3"/>
              </a:rPr>
              <a:t>bit.ly/EE-RQ</a:t>
            </a:r>
            <a:endParaRPr sz="1000">
              <a:solidFill>
                <a:srgbClr val="004C52"/>
              </a:solidFill>
              <a:latin typeface="Karla"/>
              <a:ea typeface="Karla"/>
              <a:cs typeface="Karla"/>
              <a:sym typeface="Karl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0"/>
          <p:cNvSpPr txBox="1"/>
          <p:nvPr>
            <p:ph type="title"/>
          </p:nvPr>
        </p:nvSpPr>
        <p:spPr>
          <a:xfrm>
            <a:off x="265325" y="398400"/>
            <a:ext cx="86934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lt1"/>
                </a:solidFill>
              </a:rPr>
              <a:t>Characteristics of a Strong Research Question</a:t>
            </a:r>
            <a:endParaRPr sz="1600"/>
          </a:p>
        </p:txBody>
      </p:sp>
      <p:sp>
        <p:nvSpPr>
          <p:cNvPr id="156" name="Google Shape;156;p20"/>
          <p:cNvSpPr txBox="1"/>
          <p:nvPr>
            <p:ph idx="1" type="body"/>
          </p:nvPr>
        </p:nvSpPr>
        <p:spPr>
          <a:xfrm>
            <a:off x="95975" y="1522200"/>
            <a:ext cx="8786400" cy="332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SzPts val="2400"/>
              <a:buChar char="◆"/>
            </a:pPr>
            <a:r>
              <a:rPr b="1" i="1" lang="en"/>
              <a:t>Focused:</a:t>
            </a:r>
            <a:r>
              <a:rPr lang="en"/>
              <a:t> It should be narrow enough to be thoroughly addressed in 4,000 words.</a:t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SzPts val="2400"/>
              <a:buChar char="◆"/>
            </a:pPr>
            <a:r>
              <a:rPr b="1" i="1" lang="en"/>
              <a:t>Debatable:</a:t>
            </a:r>
            <a:r>
              <a:rPr lang="en"/>
              <a:t> The question should lead to analysis and evaluation, not just description.</a:t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SzPts val="2400"/>
              <a:buChar char="◆"/>
            </a:pPr>
            <a:r>
              <a:rPr b="1" i="1" lang="en"/>
              <a:t>Related to Design Technology:</a:t>
            </a:r>
            <a:r>
              <a:rPr lang="en"/>
              <a:t> The question should be tied directly to technical or design-based concepts.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</p:txBody>
      </p:sp>
      <p:sp>
        <p:nvSpPr>
          <p:cNvPr id="157" name="Google Shape;157;p20"/>
          <p:cNvSpPr txBox="1"/>
          <p:nvPr>
            <p:ph idx="12" type="sldNum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1"/>
          <p:cNvSpPr txBox="1"/>
          <p:nvPr>
            <p:ph type="title"/>
          </p:nvPr>
        </p:nvSpPr>
        <p:spPr>
          <a:xfrm>
            <a:off x="341525" y="398400"/>
            <a:ext cx="82068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</a:rPr>
              <a:t>Examples of Strong Research Questions:</a:t>
            </a:r>
            <a:endParaRPr sz="1800"/>
          </a:p>
        </p:txBody>
      </p:sp>
      <p:sp>
        <p:nvSpPr>
          <p:cNvPr id="163" name="Google Shape;163;p21"/>
          <p:cNvSpPr txBox="1"/>
          <p:nvPr>
            <p:ph idx="1" type="body"/>
          </p:nvPr>
        </p:nvSpPr>
        <p:spPr>
          <a:xfrm>
            <a:off x="172175" y="1446000"/>
            <a:ext cx="8786400" cy="332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i="1" lang="en"/>
              <a:t>"To what extent does the use of biodegradable plastics reduce environmental impacts compared to traditional plastics in consumer products?"</a:t>
            </a:r>
            <a:endParaRPr i="1"/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i="1" sz="1000"/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i="1" lang="en"/>
              <a:t>"How has the use of smart materials influenced the design of modern prosthetics?"</a:t>
            </a:r>
            <a:endParaRPr i="1"/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i="1" sz="1000"/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i="1" lang="en"/>
              <a:t>"What role has 3D printing played in the design and manufacturing of customized footwear?"</a:t>
            </a:r>
            <a:endParaRPr i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i="1"/>
          </a:p>
        </p:txBody>
      </p:sp>
      <p:sp>
        <p:nvSpPr>
          <p:cNvPr id="164" name="Google Shape;164;p21"/>
          <p:cNvSpPr txBox="1"/>
          <p:nvPr>
            <p:ph idx="12" type="sldNum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2"/>
          <p:cNvSpPr txBox="1"/>
          <p:nvPr>
            <p:ph type="ctrTitle"/>
          </p:nvPr>
        </p:nvSpPr>
        <p:spPr>
          <a:xfrm>
            <a:off x="175925" y="2116750"/>
            <a:ext cx="87759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BE33F"/>
                </a:solidFill>
              </a:rPr>
              <a:t>4</a:t>
            </a:r>
            <a:r>
              <a:rPr lang="en">
                <a:solidFill>
                  <a:srgbClr val="ABE33F"/>
                </a:solidFill>
              </a:rPr>
              <a:t>.</a:t>
            </a:r>
            <a:endParaRPr>
              <a:solidFill>
                <a:srgbClr val="ABE33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Planning</a:t>
            </a:r>
            <a:r>
              <a:rPr lang="en"/>
              <a:t> the Research</a:t>
            </a:r>
            <a:endParaRPr/>
          </a:p>
        </p:txBody>
      </p:sp>
      <p:sp>
        <p:nvSpPr>
          <p:cNvPr id="170" name="Google Shape;170;p22"/>
          <p:cNvSpPr txBox="1"/>
          <p:nvPr>
            <p:ph idx="12" type="sldNum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3"/>
          <p:cNvSpPr txBox="1"/>
          <p:nvPr>
            <p:ph type="title"/>
          </p:nvPr>
        </p:nvSpPr>
        <p:spPr>
          <a:xfrm>
            <a:off x="341525" y="398400"/>
            <a:ext cx="82068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</a:rPr>
              <a:t>Planning</a:t>
            </a:r>
            <a:r>
              <a:rPr lang="en" sz="3000">
                <a:solidFill>
                  <a:schemeClr val="lt1"/>
                </a:solidFill>
              </a:rPr>
              <a:t> the Research</a:t>
            </a:r>
            <a:endParaRPr sz="1800"/>
          </a:p>
        </p:txBody>
      </p:sp>
      <p:sp>
        <p:nvSpPr>
          <p:cNvPr id="176" name="Google Shape;176;p23"/>
          <p:cNvSpPr txBox="1"/>
          <p:nvPr>
            <p:ph idx="1" type="body"/>
          </p:nvPr>
        </p:nvSpPr>
        <p:spPr>
          <a:xfrm>
            <a:off x="172175" y="1446000"/>
            <a:ext cx="8786400" cy="332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600"/>
              </a:spcBef>
              <a:spcAft>
                <a:spcPts val="0"/>
              </a:spcAft>
              <a:buSzPts val="2300"/>
              <a:buChar char="◆"/>
            </a:pPr>
            <a:r>
              <a:rPr lang="en" sz="2300"/>
              <a:t>Once your research question is set, begin researching. Use a variety of sources, including:</a:t>
            </a:r>
            <a:endParaRPr sz="2300"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500"/>
          </a:p>
          <a:p>
            <a:pPr indent="-374650" lvl="0" marL="457200" rtl="0" algn="l">
              <a:spcBef>
                <a:spcPts val="600"/>
              </a:spcBef>
              <a:spcAft>
                <a:spcPts val="0"/>
              </a:spcAft>
              <a:buSzPts val="2300"/>
              <a:buChar char="◆"/>
            </a:pPr>
            <a:r>
              <a:rPr lang="en" sz="2300"/>
              <a:t>Primary sources: Prototypes, product testing, interviews with experts, surveys, and case studies.</a:t>
            </a:r>
            <a:endParaRPr sz="2300"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500"/>
          </a:p>
          <a:p>
            <a:pPr indent="-374650" lvl="0" marL="457200" rtl="0" algn="l">
              <a:spcBef>
                <a:spcPts val="600"/>
              </a:spcBef>
              <a:spcAft>
                <a:spcPts val="0"/>
              </a:spcAft>
              <a:buSzPts val="2300"/>
              <a:buChar char="◆"/>
            </a:pPr>
            <a:r>
              <a:rPr lang="en" sz="2300"/>
              <a:t>Secondary sources: Books, journal articles, technical reports, patents, and design case studies.</a:t>
            </a:r>
            <a:endParaRPr sz="2300"/>
          </a:p>
        </p:txBody>
      </p:sp>
      <p:sp>
        <p:nvSpPr>
          <p:cNvPr id="177" name="Google Shape;177;p23"/>
          <p:cNvSpPr txBox="1"/>
          <p:nvPr>
            <p:ph idx="12" type="sldNum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4"/>
          <p:cNvSpPr txBox="1"/>
          <p:nvPr>
            <p:ph type="title"/>
          </p:nvPr>
        </p:nvSpPr>
        <p:spPr>
          <a:xfrm>
            <a:off x="341525" y="398400"/>
            <a:ext cx="82068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</a:rPr>
              <a:t>Create a Research Plan:</a:t>
            </a:r>
            <a:endParaRPr sz="1800"/>
          </a:p>
        </p:txBody>
      </p:sp>
      <p:sp>
        <p:nvSpPr>
          <p:cNvPr id="183" name="Google Shape;183;p24"/>
          <p:cNvSpPr txBox="1"/>
          <p:nvPr>
            <p:ph idx="1" type="body"/>
          </p:nvPr>
        </p:nvSpPr>
        <p:spPr>
          <a:xfrm>
            <a:off x="248375" y="1293600"/>
            <a:ext cx="8786400" cy="332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600"/>
              </a:spcBef>
              <a:spcAft>
                <a:spcPts val="0"/>
              </a:spcAft>
              <a:buSzPts val="2300"/>
              <a:buChar char="◆"/>
            </a:pPr>
            <a:r>
              <a:rPr lang="en" sz="2300"/>
              <a:t>Outline your structure early on. Think about how you will address your research question.</a:t>
            </a:r>
            <a:endParaRPr sz="2300"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-374650" lvl="0" marL="457200" rtl="0" algn="l">
              <a:spcBef>
                <a:spcPts val="600"/>
              </a:spcBef>
              <a:spcAft>
                <a:spcPts val="0"/>
              </a:spcAft>
              <a:buSzPts val="2300"/>
              <a:buChar char="◆"/>
            </a:pPr>
            <a:r>
              <a:rPr lang="en" sz="2300"/>
              <a:t>Use diagrams, sketches, and visuals: Design Technology EEs often benefit from clear diagrams, flowcharts, and design sketches. Use these to supplement your analysis.</a:t>
            </a:r>
            <a:endParaRPr sz="2300"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-374650" lvl="0" marL="457200" rtl="0" algn="l">
              <a:spcBef>
                <a:spcPts val="600"/>
              </a:spcBef>
              <a:spcAft>
                <a:spcPts val="0"/>
              </a:spcAft>
              <a:buSzPts val="2300"/>
              <a:buChar char="◆"/>
            </a:pPr>
            <a:r>
              <a:rPr lang="en" sz="2300"/>
              <a:t>Keep a research log: Document all the sources you use and take organized notes.</a:t>
            </a:r>
            <a:endParaRPr sz="1900"/>
          </a:p>
        </p:txBody>
      </p:sp>
      <p:sp>
        <p:nvSpPr>
          <p:cNvPr id="184" name="Google Shape;184;p24"/>
          <p:cNvSpPr txBox="1"/>
          <p:nvPr>
            <p:ph idx="12" type="sldNum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5"/>
          <p:cNvSpPr txBox="1"/>
          <p:nvPr>
            <p:ph type="ctrTitle"/>
          </p:nvPr>
        </p:nvSpPr>
        <p:spPr>
          <a:xfrm>
            <a:off x="175925" y="2116750"/>
            <a:ext cx="87759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BE33F"/>
                </a:solidFill>
              </a:rPr>
              <a:t>5</a:t>
            </a:r>
            <a:r>
              <a:rPr lang="en">
                <a:solidFill>
                  <a:srgbClr val="ABE33F"/>
                </a:solidFill>
              </a:rPr>
              <a:t>.</a:t>
            </a:r>
            <a:endParaRPr>
              <a:solidFill>
                <a:srgbClr val="ABE33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Structuring the Essay</a:t>
            </a:r>
            <a:endParaRPr/>
          </a:p>
        </p:txBody>
      </p:sp>
      <p:sp>
        <p:nvSpPr>
          <p:cNvPr id="190" name="Google Shape;190;p25"/>
          <p:cNvSpPr txBox="1"/>
          <p:nvPr>
            <p:ph idx="12" type="sldNum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6"/>
          <p:cNvSpPr txBox="1"/>
          <p:nvPr>
            <p:ph type="title"/>
          </p:nvPr>
        </p:nvSpPr>
        <p:spPr>
          <a:xfrm>
            <a:off x="341525" y="398400"/>
            <a:ext cx="82068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</a:rPr>
              <a:t>Structuring the Essay</a:t>
            </a:r>
            <a:endParaRPr sz="1800"/>
          </a:p>
        </p:txBody>
      </p:sp>
      <p:sp>
        <p:nvSpPr>
          <p:cNvPr id="196" name="Google Shape;196;p26"/>
          <p:cNvSpPr txBox="1"/>
          <p:nvPr>
            <p:ph idx="1" type="body"/>
          </p:nvPr>
        </p:nvSpPr>
        <p:spPr>
          <a:xfrm>
            <a:off x="248375" y="1522200"/>
            <a:ext cx="8786400" cy="332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100"/>
              <a:t>Six </a:t>
            </a:r>
            <a:r>
              <a:rPr lang="en" sz="2100"/>
              <a:t>required</a:t>
            </a:r>
            <a:r>
              <a:rPr lang="en" sz="2100"/>
              <a:t> elements of the extended essay;</a:t>
            </a:r>
            <a:endParaRPr sz="2100"/>
          </a:p>
          <a:p>
            <a:pPr indent="-361950" lvl="0" marL="457200" rtl="0" algn="l">
              <a:spcBef>
                <a:spcPts val="600"/>
              </a:spcBef>
              <a:spcAft>
                <a:spcPts val="0"/>
              </a:spcAft>
              <a:buSzPts val="2100"/>
              <a:buAutoNum type="arabicPeriod"/>
            </a:pPr>
            <a:r>
              <a:rPr lang="en" sz="2100"/>
              <a:t>Title page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AutoNum type="arabicPeriod"/>
            </a:pPr>
            <a:r>
              <a:rPr lang="en" sz="2100"/>
              <a:t>Contents page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AutoNum type="arabicPeriod"/>
            </a:pPr>
            <a:r>
              <a:rPr lang="en" sz="2100"/>
              <a:t>Introduction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AutoNum type="arabicPeriod"/>
            </a:pPr>
            <a:r>
              <a:rPr lang="en" sz="2100"/>
              <a:t>Body of the essay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AutoNum type="arabicPeriod"/>
            </a:pPr>
            <a:r>
              <a:rPr lang="en" sz="2100"/>
              <a:t>Conclusion 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AutoNum type="arabicPeriod"/>
            </a:pPr>
            <a:r>
              <a:rPr lang="en" sz="2100"/>
              <a:t>References and bibliography</a:t>
            </a:r>
            <a:endParaRPr sz="2100"/>
          </a:p>
        </p:txBody>
      </p:sp>
      <p:sp>
        <p:nvSpPr>
          <p:cNvPr id="197" name="Google Shape;197;p26"/>
          <p:cNvSpPr txBox="1"/>
          <p:nvPr>
            <p:ph idx="12" type="sldNum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7"/>
          <p:cNvSpPr txBox="1"/>
          <p:nvPr>
            <p:ph type="title"/>
          </p:nvPr>
        </p:nvSpPr>
        <p:spPr>
          <a:xfrm>
            <a:off x="341525" y="398400"/>
            <a:ext cx="82068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</a:rPr>
              <a:t>Structuring the Essay</a:t>
            </a:r>
            <a:endParaRPr sz="1800"/>
          </a:p>
        </p:txBody>
      </p:sp>
      <p:sp>
        <p:nvSpPr>
          <p:cNvPr id="203" name="Google Shape;203;p27"/>
          <p:cNvSpPr txBox="1"/>
          <p:nvPr>
            <p:ph idx="1" type="body"/>
          </p:nvPr>
        </p:nvSpPr>
        <p:spPr>
          <a:xfrm>
            <a:off x="248375" y="1293600"/>
            <a:ext cx="8982900" cy="332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/>
              <a:t>Your essay should have a clear and logical structure. </a:t>
            </a:r>
            <a:endParaRPr sz="20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/>
              <a:t>Here is a recommended outline:</a:t>
            </a:r>
            <a:endParaRPr sz="20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2000"/>
              <a:t>Title Page</a:t>
            </a:r>
            <a:endParaRPr b="1" sz="2000"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◆"/>
            </a:pPr>
            <a:r>
              <a:rPr lang="en" sz="2000"/>
              <a:t>Include the title of your essay, your research question, subject, word count, and your IB number.</a:t>
            </a:r>
            <a:endParaRPr sz="20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2000"/>
              <a:t>Abstract (up to 300 words)</a:t>
            </a:r>
            <a:endParaRPr b="1" sz="2000"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◆"/>
            </a:pPr>
            <a:r>
              <a:rPr lang="en" sz="2000"/>
              <a:t>Briefly summarize your research question, methodology, scope of the essay, and the conclusion reached. Though placed first, write this last.</a:t>
            </a:r>
            <a:endParaRPr sz="2000"/>
          </a:p>
        </p:txBody>
      </p:sp>
      <p:sp>
        <p:nvSpPr>
          <p:cNvPr id="204" name="Google Shape;204;p27"/>
          <p:cNvSpPr txBox="1"/>
          <p:nvPr>
            <p:ph idx="12" type="sldNum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8"/>
          <p:cNvSpPr txBox="1"/>
          <p:nvPr>
            <p:ph type="title"/>
          </p:nvPr>
        </p:nvSpPr>
        <p:spPr>
          <a:xfrm>
            <a:off x="341525" y="398400"/>
            <a:ext cx="82068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</a:rPr>
              <a:t>Structuring the Essay</a:t>
            </a:r>
            <a:endParaRPr sz="1800"/>
          </a:p>
        </p:txBody>
      </p:sp>
      <p:sp>
        <p:nvSpPr>
          <p:cNvPr id="210" name="Google Shape;210;p28"/>
          <p:cNvSpPr txBox="1"/>
          <p:nvPr>
            <p:ph idx="1" type="body"/>
          </p:nvPr>
        </p:nvSpPr>
        <p:spPr>
          <a:xfrm>
            <a:off x="248375" y="1293600"/>
            <a:ext cx="9076200" cy="332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2000"/>
              <a:t>Table of Contents</a:t>
            </a:r>
            <a:endParaRPr b="1" sz="2000"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◆"/>
            </a:pPr>
            <a:r>
              <a:rPr lang="en" sz="2000"/>
              <a:t>Include headings and subheadings with corresponding page numbers.</a:t>
            </a:r>
            <a:endParaRPr sz="20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2000"/>
              <a:t>Introduction</a:t>
            </a:r>
            <a:endParaRPr b="1" sz="2000"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◆"/>
            </a:pPr>
            <a:r>
              <a:rPr lang="en" sz="2000"/>
              <a:t>Introduce your research question.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◆"/>
            </a:pPr>
            <a:r>
              <a:rPr lang="en" sz="2000"/>
              <a:t>Explain the context and importance of your chosen topic.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◆"/>
            </a:pPr>
            <a:r>
              <a:rPr lang="en" sz="2000"/>
              <a:t>Provide a clear rationale for the study.</a:t>
            </a:r>
            <a:endParaRPr sz="20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2000"/>
              <a:t>Background and Literature Review</a:t>
            </a:r>
            <a:endParaRPr b="1" sz="2000"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◆"/>
            </a:pPr>
            <a:r>
              <a:rPr lang="en" sz="2000"/>
              <a:t>Provide an overview of existing research related to your question.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◆"/>
            </a:pPr>
            <a:r>
              <a:rPr lang="en" sz="2000"/>
              <a:t>Summarize theories, designs, or technologies relevant to your topic.</a:t>
            </a:r>
            <a:endParaRPr sz="20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211" name="Google Shape;211;p28"/>
          <p:cNvSpPr txBox="1"/>
          <p:nvPr>
            <p:ph idx="12" type="sldNum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9"/>
          <p:cNvSpPr txBox="1"/>
          <p:nvPr>
            <p:ph type="title"/>
          </p:nvPr>
        </p:nvSpPr>
        <p:spPr>
          <a:xfrm>
            <a:off x="341525" y="398400"/>
            <a:ext cx="82068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</a:rPr>
              <a:t>Structuring the Essay</a:t>
            </a:r>
            <a:endParaRPr sz="1800"/>
          </a:p>
        </p:txBody>
      </p:sp>
      <p:sp>
        <p:nvSpPr>
          <p:cNvPr id="217" name="Google Shape;217;p29"/>
          <p:cNvSpPr txBox="1"/>
          <p:nvPr>
            <p:ph idx="1" type="body"/>
          </p:nvPr>
        </p:nvSpPr>
        <p:spPr>
          <a:xfrm>
            <a:off x="248375" y="1293600"/>
            <a:ext cx="8786400" cy="332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2000"/>
              <a:t>Methodology</a:t>
            </a:r>
            <a:endParaRPr b="1" sz="2000"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◆"/>
            </a:pPr>
            <a:r>
              <a:rPr lang="en" sz="2000"/>
              <a:t>Explain how you carried out your research (e.g., experiments, material testing, surveys, simulations).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◆"/>
            </a:pPr>
            <a:r>
              <a:rPr lang="en" sz="2000"/>
              <a:t>Justify the methods used and explain any limitations.</a:t>
            </a:r>
            <a:endParaRPr sz="20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2000"/>
              <a:t>Main Body (Analysis and Discussion)</a:t>
            </a:r>
            <a:endParaRPr b="1" sz="2000"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◆"/>
            </a:pPr>
            <a:r>
              <a:rPr lang="en" sz="2000"/>
              <a:t>Present and analyze your data or findings.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◆"/>
            </a:pPr>
            <a:r>
              <a:rPr lang="en" sz="2000"/>
              <a:t>Use visuals like diagrams, graphs, sketches, and tables to clarify your points.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◆"/>
            </a:pPr>
            <a:r>
              <a:rPr lang="en" sz="2000"/>
              <a:t>Make sure to critically evaluate the findings in relation to your research question.</a:t>
            </a:r>
            <a:endParaRPr sz="20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218" name="Google Shape;218;p29"/>
          <p:cNvSpPr txBox="1"/>
          <p:nvPr>
            <p:ph idx="12" type="sldNum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0"/>
          <p:cNvSpPr txBox="1"/>
          <p:nvPr>
            <p:ph type="title"/>
          </p:nvPr>
        </p:nvSpPr>
        <p:spPr>
          <a:xfrm>
            <a:off x="341525" y="398400"/>
            <a:ext cx="82068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</a:rPr>
              <a:t>Structuring the Essay</a:t>
            </a:r>
            <a:endParaRPr sz="1800"/>
          </a:p>
        </p:txBody>
      </p:sp>
      <p:sp>
        <p:nvSpPr>
          <p:cNvPr id="224" name="Google Shape;224;p30"/>
          <p:cNvSpPr txBox="1"/>
          <p:nvPr>
            <p:ph idx="1" type="body"/>
          </p:nvPr>
        </p:nvSpPr>
        <p:spPr>
          <a:xfrm>
            <a:off x="248375" y="1293600"/>
            <a:ext cx="8786400" cy="332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2000"/>
              <a:t>Conclusion</a:t>
            </a:r>
            <a:endParaRPr b="1" sz="2000"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◆"/>
            </a:pPr>
            <a:r>
              <a:rPr lang="en" sz="2000"/>
              <a:t>Summarize the key findings of your research.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◆"/>
            </a:pPr>
            <a:r>
              <a:rPr lang="en" sz="2000"/>
              <a:t>Answer the research question directly.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◆"/>
            </a:pPr>
            <a:r>
              <a:rPr lang="en" sz="2000"/>
              <a:t>Discuss the broader implications of your findings for the field of design technology.</a:t>
            </a:r>
            <a:endParaRPr sz="20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2000"/>
              <a:t>References and Bibliography</a:t>
            </a:r>
            <a:endParaRPr b="1" sz="2000"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◆"/>
            </a:pPr>
            <a:r>
              <a:rPr lang="en" sz="2000"/>
              <a:t>Include all the sources you used, following the appropriate citation style (usually MLA or APA).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◆"/>
            </a:pPr>
            <a:r>
              <a:rPr lang="en" sz="2000"/>
              <a:t>Appendices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◆"/>
            </a:pPr>
            <a:r>
              <a:rPr lang="en" sz="2000"/>
              <a:t>Include any additional diagrams, photos, or raw data that are too large to be included in the main text.</a:t>
            </a:r>
            <a:endParaRPr sz="20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225" name="Google Shape;225;p30"/>
          <p:cNvSpPr txBox="1"/>
          <p:nvPr>
            <p:ph idx="12" type="sldNum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1"/>
          <p:cNvSpPr txBox="1"/>
          <p:nvPr>
            <p:ph type="ctrTitle"/>
          </p:nvPr>
        </p:nvSpPr>
        <p:spPr>
          <a:xfrm>
            <a:off x="175925" y="2116750"/>
            <a:ext cx="87759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BE33F"/>
                </a:solidFill>
              </a:rPr>
              <a:t>6</a:t>
            </a:r>
            <a:r>
              <a:rPr lang="en">
                <a:solidFill>
                  <a:srgbClr val="ABE33F"/>
                </a:solidFill>
              </a:rPr>
              <a:t>.</a:t>
            </a:r>
            <a:endParaRPr>
              <a:solidFill>
                <a:srgbClr val="ABE33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Diagrams and Sketches</a:t>
            </a:r>
            <a:endParaRPr/>
          </a:p>
        </p:txBody>
      </p:sp>
      <p:sp>
        <p:nvSpPr>
          <p:cNvPr id="231" name="Google Shape;231;p31"/>
          <p:cNvSpPr txBox="1"/>
          <p:nvPr>
            <p:ph idx="12" type="sldNum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2"/>
          <p:cNvSpPr txBox="1"/>
          <p:nvPr>
            <p:ph type="title"/>
          </p:nvPr>
        </p:nvSpPr>
        <p:spPr>
          <a:xfrm>
            <a:off x="341525" y="398400"/>
            <a:ext cx="82068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</a:rPr>
              <a:t>Using Diagrams and Sketches</a:t>
            </a:r>
            <a:endParaRPr sz="1800"/>
          </a:p>
        </p:txBody>
      </p:sp>
      <p:sp>
        <p:nvSpPr>
          <p:cNvPr id="237" name="Google Shape;237;p32"/>
          <p:cNvSpPr txBox="1"/>
          <p:nvPr>
            <p:ph idx="1" type="body"/>
          </p:nvPr>
        </p:nvSpPr>
        <p:spPr>
          <a:xfrm>
            <a:off x="248375" y="1369800"/>
            <a:ext cx="8786400" cy="332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100"/>
              <a:t>In Design Technology, visuals such as diagrams, schematics, flow charts, and product sketches are vital. When using them:</a:t>
            </a:r>
            <a:endParaRPr sz="21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100"/>
              <a:buChar char="◆"/>
            </a:pPr>
            <a:r>
              <a:rPr lang="en" sz="2100"/>
              <a:t>Make sure every diagram or image is relevant and adds value to your analysis.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◆"/>
            </a:pPr>
            <a:r>
              <a:rPr lang="en" sz="2100"/>
              <a:t>Always label and reference your diagrams properly.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◆"/>
            </a:pPr>
            <a:r>
              <a:rPr lang="en" sz="2100"/>
              <a:t>Use clear, well-drawn visuals to communicate complex concepts effectively.</a:t>
            </a:r>
            <a:endParaRPr sz="21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</p:txBody>
      </p:sp>
      <p:sp>
        <p:nvSpPr>
          <p:cNvPr id="238" name="Google Shape;238;p32"/>
          <p:cNvSpPr txBox="1"/>
          <p:nvPr>
            <p:ph idx="12" type="sldNum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3"/>
          <p:cNvSpPr txBox="1"/>
          <p:nvPr>
            <p:ph type="ctrTitle"/>
          </p:nvPr>
        </p:nvSpPr>
        <p:spPr>
          <a:xfrm>
            <a:off x="175925" y="2116750"/>
            <a:ext cx="87759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BE33F"/>
                </a:solidFill>
              </a:rPr>
              <a:t>7</a:t>
            </a:r>
            <a:r>
              <a:rPr lang="en">
                <a:solidFill>
                  <a:srgbClr val="ABE33F"/>
                </a:solidFill>
              </a:rPr>
              <a:t>.</a:t>
            </a:r>
            <a:endParaRPr>
              <a:solidFill>
                <a:srgbClr val="ABE33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Critical Evaluation and Analysis</a:t>
            </a:r>
            <a:endParaRPr/>
          </a:p>
        </p:txBody>
      </p:sp>
      <p:sp>
        <p:nvSpPr>
          <p:cNvPr id="244" name="Google Shape;244;p33"/>
          <p:cNvSpPr txBox="1"/>
          <p:nvPr>
            <p:ph idx="12" type="sldNum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4"/>
          <p:cNvSpPr txBox="1"/>
          <p:nvPr>
            <p:ph type="title"/>
          </p:nvPr>
        </p:nvSpPr>
        <p:spPr>
          <a:xfrm>
            <a:off x="341525" y="398400"/>
            <a:ext cx="82068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</a:rPr>
              <a:t>Critical Evaluation and Analysis</a:t>
            </a:r>
            <a:endParaRPr sz="1800"/>
          </a:p>
        </p:txBody>
      </p:sp>
      <p:sp>
        <p:nvSpPr>
          <p:cNvPr id="250" name="Google Shape;250;p34"/>
          <p:cNvSpPr txBox="1"/>
          <p:nvPr>
            <p:ph idx="1" type="body"/>
          </p:nvPr>
        </p:nvSpPr>
        <p:spPr>
          <a:xfrm>
            <a:off x="248375" y="1369800"/>
            <a:ext cx="8786400" cy="332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100"/>
              <a:t>In the Design Technology EE, you are expected to go beyond just presenting data or describing technology. Engage in critical evaluation by: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100"/>
              <a:buChar char="◆"/>
            </a:pPr>
            <a:r>
              <a:rPr lang="en" sz="2100"/>
              <a:t>Analyzing the effectiveness of different design solutions or materials.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◆"/>
            </a:pPr>
            <a:r>
              <a:rPr lang="en" sz="2100"/>
              <a:t>Evaluating technological innovations in real-world applications.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◆"/>
            </a:pPr>
            <a:r>
              <a:rPr lang="en" sz="2100"/>
              <a:t>Discussing the limitations and challenges of the designs or technologies you are studying.</a:t>
            </a:r>
            <a:endParaRPr sz="21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</p:txBody>
      </p:sp>
      <p:sp>
        <p:nvSpPr>
          <p:cNvPr id="251" name="Google Shape;251;p34"/>
          <p:cNvSpPr txBox="1"/>
          <p:nvPr>
            <p:ph idx="12" type="sldNum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5"/>
          <p:cNvSpPr txBox="1"/>
          <p:nvPr>
            <p:ph type="ctrTitle"/>
          </p:nvPr>
        </p:nvSpPr>
        <p:spPr>
          <a:xfrm>
            <a:off x="175925" y="2116750"/>
            <a:ext cx="87759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BE33F"/>
                </a:solidFill>
              </a:rPr>
              <a:t>8</a:t>
            </a:r>
            <a:r>
              <a:rPr lang="en">
                <a:solidFill>
                  <a:srgbClr val="ABE33F"/>
                </a:solidFill>
              </a:rPr>
              <a:t>.</a:t>
            </a:r>
            <a:endParaRPr>
              <a:solidFill>
                <a:srgbClr val="ABE33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Personal Engagement</a:t>
            </a:r>
            <a:endParaRPr/>
          </a:p>
        </p:txBody>
      </p:sp>
      <p:sp>
        <p:nvSpPr>
          <p:cNvPr id="257" name="Google Shape;257;p35"/>
          <p:cNvSpPr txBox="1"/>
          <p:nvPr>
            <p:ph idx="12" type="sldNum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6"/>
          <p:cNvSpPr txBox="1"/>
          <p:nvPr>
            <p:ph type="title"/>
          </p:nvPr>
        </p:nvSpPr>
        <p:spPr>
          <a:xfrm>
            <a:off x="341525" y="398400"/>
            <a:ext cx="82068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</a:rPr>
              <a:t>Personal Engagement</a:t>
            </a:r>
            <a:endParaRPr sz="1800"/>
          </a:p>
        </p:txBody>
      </p:sp>
      <p:sp>
        <p:nvSpPr>
          <p:cNvPr id="263" name="Google Shape;263;p36"/>
          <p:cNvSpPr txBox="1"/>
          <p:nvPr>
            <p:ph idx="1" type="body"/>
          </p:nvPr>
        </p:nvSpPr>
        <p:spPr>
          <a:xfrm>
            <a:off x="553175" y="1522200"/>
            <a:ext cx="7968900" cy="332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100"/>
              <a:t>Show that you are engaged and personally invested in your research by:</a:t>
            </a:r>
            <a:endParaRPr sz="21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-36195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100"/>
              <a:buChar char="◆"/>
            </a:pPr>
            <a:r>
              <a:rPr lang="en" sz="2100"/>
              <a:t>Reflecting on why the topic interests you.</a:t>
            </a:r>
            <a:endParaRPr sz="2100"/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◆"/>
            </a:pPr>
            <a:r>
              <a:rPr lang="en" sz="2100"/>
              <a:t>Demonstrating original thinking and insight into the topic.</a:t>
            </a:r>
            <a:endParaRPr sz="2100"/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◆"/>
            </a:pPr>
            <a:r>
              <a:rPr lang="en" sz="2100"/>
              <a:t>Mentioning any challenges you encountered and how you addressed them.</a:t>
            </a:r>
            <a:endParaRPr sz="21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</p:txBody>
      </p:sp>
      <p:sp>
        <p:nvSpPr>
          <p:cNvPr id="264" name="Google Shape;264;p36"/>
          <p:cNvSpPr txBox="1"/>
          <p:nvPr>
            <p:ph idx="12" type="sldNum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7"/>
          <p:cNvSpPr txBox="1"/>
          <p:nvPr>
            <p:ph type="ctrTitle"/>
          </p:nvPr>
        </p:nvSpPr>
        <p:spPr>
          <a:xfrm>
            <a:off x="175925" y="2116750"/>
            <a:ext cx="87759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BE33F"/>
                </a:solidFill>
              </a:rPr>
              <a:t>9</a:t>
            </a:r>
            <a:r>
              <a:rPr lang="en">
                <a:solidFill>
                  <a:srgbClr val="ABE33F"/>
                </a:solidFill>
              </a:rPr>
              <a:t>.</a:t>
            </a:r>
            <a:endParaRPr>
              <a:solidFill>
                <a:srgbClr val="ABE33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Tips for Success</a:t>
            </a:r>
            <a:endParaRPr/>
          </a:p>
        </p:txBody>
      </p:sp>
      <p:sp>
        <p:nvSpPr>
          <p:cNvPr id="270" name="Google Shape;270;p37"/>
          <p:cNvSpPr txBox="1"/>
          <p:nvPr>
            <p:ph idx="12" type="sldNum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8"/>
          <p:cNvSpPr txBox="1"/>
          <p:nvPr>
            <p:ph type="title"/>
          </p:nvPr>
        </p:nvSpPr>
        <p:spPr>
          <a:xfrm>
            <a:off x="341525" y="398400"/>
            <a:ext cx="82068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</a:rPr>
              <a:t>Final Tips for Success</a:t>
            </a:r>
            <a:endParaRPr sz="1800"/>
          </a:p>
        </p:txBody>
      </p:sp>
      <p:sp>
        <p:nvSpPr>
          <p:cNvPr id="276" name="Google Shape;276;p38"/>
          <p:cNvSpPr txBox="1"/>
          <p:nvPr>
            <p:ph idx="1" type="body"/>
          </p:nvPr>
        </p:nvSpPr>
        <p:spPr>
          <a:xfrm>
            <a:off x="172175" y="1369800"/>
            <a:ext cx="8786400" cy="332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600"/>
              </a:spcBef>
              <a:spcAft>
                <a:spcPts val="0"/>
              </a:spcAft>
              <a:buSzPts val="1900"/>
              <a:buChar char="◆"/>
            </a:pPr>
            <a:r>
              <a:rPr b="1" lang="en" sz="1900"/>
              <a:t>Stick to the word count</a:t>
            </a:r>
            <a:r>
              <a:rPr lang="en" sz="1900"/>
              <a:t> (4,000 words max) but ensure your essay is comprehensive.</a:t>
            </a:r>
            <a:endParaRPr sz="1900"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  <a:p>
            <a:pPr indent="-349250" lvl="0" marL="457200" rtl="0" algn="l">
              <a:spcBef>
                <a:spcPts val="600"/>
              </a:spcBef>
              <a:spcAft>
                <a:spcPts val="0"/>
              </a:spcAft>
              <a:buSzPts val="1900"/>
              <a:buChar char="◆"/>
            </a:pPr>
            <a:r>
              <a:rPr b="1" lang="en" sz="1900"/>
              <a:t>Draft and revise:</a:t>
            </a:r>
            <a:r>
              <a:rPr lang="en" sz="1900"/>
              <a:t> Plan plenty of time for multiple drafts, feedback, and revisions.</a:t>
            </a:r>
            <a:endParaRPr sz="1900"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-349250" lvl="0" marL="457200" rtl="0" algn="l">
              <a:spcBef>
                <a:spcPts val="600"/>
              </a:spcBef>
              <a:spcAft>
                <a:spcPts val="0"/>
              </a:spcAft>
              <a:buSzPts val="1900"/>
              <a:buChar char="◆"/>
            </a:pPr>
            <a:r>
              <a:rPr b="1" lang="en" sz="1900"/>
              <a:t>Meet deadlines:</a:t>
            </a:r>
            <a:r>
              <a:rPr lang="en" sz="1900"/>
              <a:t> Ensure you follow the timeline set by your supervisor for drafts and submissions.</a:t>
            </a:r>
            <a:endParaRPr sz="1900"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  <a:p>
            <a:pPr indent="-349250" lvl="0" marL="457200" rtl="0" algn="l">
              <a:spcBef>
                <a:spcPts val="600"/>
              </a:spcBef>
              <a:spcAft>
                <a:spcPts val="0"/>
              </a:spcAft>
              <a:buSzPts val="1900"/>
              <a:buChar char="◆"/>
            </a:pPr>
            <a:r>
              <a:rPr b="1" lang="en" sz="1900"/>
              <a:t>Be curious and creative:</a:t>
            </a:r>
            <a:r>
              <a:rPr lang="en" sz="1900"/>
              <a:t> A Design Technology EE should reflect your curiosity about the field and your creativity in approaching complex problems.</a:t>
            </a:r>
            <a:endParaRPr sz="19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277" name="Google Shape;277;p38"/>
          <p:cNvSpPr txBox="1"/>
          <p:nvPr>
            <p:ph idx="12" type="sldNum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9"/>
          <p:cNvSpPr txBox="1"/>
          <p:nvPr>
            <p:ph type="ctrTitle"/>
          </p:nvPr>
        </p:nvSpPr>
        <p:spPr>
          <a:xfrm>
            <a:off x="175925" y="2116750"/>
            <a:ext cx="87759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BE33F"/>
                </a:solidFill>
              </a:rPr>
              <a:t>10</a:t>
            </a:r>
            <a:r>
              <a:rPr lang="en">
                <a:solidFill>
                  <a:srgbClr val="ABE33F"/>
                </a:solidFill>
              </a:rPr>
              <a:t>.</a:t>
            </a:r>
            <a:endParaRPr>
              <a:solidFill>
                <a:srgbClr val="ABE33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Assessment Criteria</a:t>
            </a:r>
            <a:endParaRPr/>
          </a:p>
        </p:txBody>
      </p:sp>
      <p:sp>
        <p:nvSpPr>
          <p:cNvPr id="283" name="Google Shape;283;p39"/>
          <p:cNvSpPr txBox="1"/>
          <p:nvPr>
            <p:ph idx="12" type="sldNum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0"/>
          <p:cNvSpPr txBox="1"/>
          <p:nvPr>
            <p:ph type="title"/>
          </p:nvPr>
        </p:nvSpPr>
        <p:spPr>
          <a:xfrm>
            <a:off x="341525" y="398400"/>
            <a:ext cx="82068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</a:rPr>
              <a:t>Assessment Criteria</a:t>
            </a:r>
            <a:endParaRPr sz="1800"/>
          </a:p>
        </p:txBody>
      </p:sp>
      <p:sp>
        <p:nvSpPr>
          <p:cNvPr id="289" name="Google Shape;289;p40"/>
          <p:cNvSpPr txBox="1"/>
          <p:nvPr>
            <p:ph idx="1" type="body"/>
          </p:nvPr>
        </p:nvSpPr>
        <p:spPr>
          <a:xfrm>
            <a:off x="248375" y="1293600"/>
            <a:ext cx="8786400" cy="332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900"/>
              <a:t>Your essay will be assessed on:</a:t>
            </a:r>
            <a:endParaRPr sz="19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900"/>
              <a:t>Focus and method:</a:t>
            </a:r>
            <a:r>
              <a:rPr lang="en" sz="1900"/>
              <a:t> How well you define and explore the research question.</a:t>
            </a:r>
            <a:endParaRPr sz="19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900"/>
              <a:t>Knowledge and understanding:</a:t>
            </a:r>
            <a:r>
              <a:rPr lang="en" sz="1900"/>
              <a:t> Depth of understanding of the technical aspects.</a:t>
            </a:r>
            <a:endParaRPr sz="19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900"/>
              <a:t>Critical thinking: </a:t>
            </a:r>
            <a:r>
              <a:rPr lang="en" sz="1900"/>
              <a:t>Level of analysis and evaluation.</a:t>
            </a:r>
            <a:endParaRPr sz="19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900"/>
              <a:t>Presentation:</a:t>
            </a:r>
            <a:r>
              <a:rPr lang="en" sz="1900"/>
              <a:t> Organization, structure, visuals, and language use.</a:t>
            </a:r>
            <a:endParaRPr sz="19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900"/>
              <a:t>Engagement:</a:t>
            </a:r>
            <a:r>
              <a:rPr lang="en" sz="1900"/>
              <a:t> Your personal engagement and originality in the research process.</a:t>
            </a:r>
            <a:endParaRPr sz="19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290" name="Google Shape;290;p40"/>
          <p:cNvSpPr txBox="1"/>
          <p:nvPr>
            <p:ph idx="12" type="sldNum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1"/>
          <p:cNvSpPr txBox="1"/>
          <p:nvPr>
            <p:ph idx="4294967295" type="ctrTitle"/>
          </p:nvPr>
        </p:nvSpPr>
        <p:spPr>
          <a:xfrm>
            <a:off x="238200" y="3285267"/>
            <a:ext cx="7772400" cy="11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rgbClr val="ABE33F"/>
                </a:solidFill>
              </a:rPr>
              <a:t>Good luck!</a:t>
            </a:r>
            <a:endParaRPr sz="6000">
              <a:solidFill>
                <a:srgbClr val="ABE33F"/>
              </a:solidFill>
            </a:endParaRPr>
          </a:p>
        </p:txBody>
      </p:sp>
      <p:sp>
        <p:nvSpPr>
          <p:cNvPr id="296" name="Google Shape;296;p41"/>
          <p:cNvSpPr txBox="1"/>
          <p:nvPr>
            <p:ph idx="4294967295" type="subTitle"/>
          </p:nvPr>
        </p:nvSpPr>
        <p:spPr>
          <a:xfrm>
            <a:off x="252000" y="1598450"/>
            <a:ext cx="5325900" cy="10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By following these guidelines, you will be well-prepared to write a successful Extended Essay in Design Technology.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41"/>
          <p:cNvSpPr/>
          <p:nvPr/>
        </p:nvSpPr>
        <p:spPr>
          <a:xfrm>
            <a:off x="4874250" y="-17350"/>
            <a:ext cx="4290325" cy="3789650"/>
          </a:xfrm>
          <a:custGeom>
            <a:rect b="b" l="l" r="r" t="t"/>
            <a:pathLst>
              <a:path extrusionOk="0" h="151586" w="171613">
                <a:moveTo>
                  <a:pt x="0" y="694"/>
                </a:moveTo>
                <a:lnTo>
                  <a:pt x="171613" y="0"/>
                </a:lnTo>
                <a:lnTo>
                  <a:pt x="170790" y="151586"/>
                </a:lnTo>
                <a:lnTo>
                  <a:pt x="46492" y="123154"/>
                </a:lnTo>
                <a:close/>
              </a:path>
            </a:pathLst>
          </a:custGeom>
          <a:solidFill>
            <a:srgbClr val="ABE33F">
              <a:alpha val="81150"/>
            </a:srgbClr>
          </a:solidFill>
          <a:ln>
            <a:noFill/>
          </a:ln>
        </p:spPr>
      </p:sp>
      <p:sp>
        <p:nvSpPr>
          <p:cNvPr id="298" name="Google Shape;298;p41"/>
          <p:cNvSpPr/>
          <p:nvPr/>
        </p:nvSpPr>
        <p:spPr>
          <a:xfrm rot="10286814">
            <a:off x="6499116" y="1416524"/>
            <a:ext cx="177684" cy="169659"/>
          </a:xfrm>
          <a:custGeom>
            <a:rect b="b" l="l" r="r" t="t"/>
            <a:pathLst>
              <a:path extrusionOk="0" h="14460" w="15144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9" name="Google Shape;299;p41"/>
          <p:cNvGrpSpPr/>
          <p:nvPr/>
        </p:nvGrpSpPr>
        <p:grpSpPr>
          <a:xfrm>
            <a:off x="7885862" y="419338"/>
            <a:ext cx="899284" cy="899339"/>
            <a:chOff x="6654650" y="3665275"/>
            <a:chExt cx="409100" cy="409125"/>
          </a:xfrm>
        </p:grpSpPr>
        <p:sp>
          <p:nvSpPr>
            <p:cNvPr id="300" name="Google Shape;300;p41"/>
            <p:cNvSpPr/>
            <p:nvPr/>
          </p:nvSpPr>
          <p:spPr>
            <a:xfrm>
              <a:off x="6808525" y="3819150"/>
              <a:ext cx="211875" cy="211900"/>
            </a:xfrm>
            <a:custGeom>
              <a:rect b="b" l="l" r="r" t="t"/>
              <a:pathLst>
                <a:path extrusionOk="0" h="8476" w="8475">
                  <a:moveTo>
                    <a:pt x="8157" y="0"/>
                  </a:moveTo>
                  <a:lnTo>
                    <a:pt x="7327" y="1075"/>
                  </a:lnTo>
                  <a:lnTo>
                    <a:pt x="6399" y="2150"/>
                  </a:lnTo>
                  <a:lnTo>
                    <a:pt x="5422" y="3249"/>
                  </a:lnTo>
                  <a:lnTo>
                    <a:pt x="4347" y="4348"/>
                  </a:lnTo>
                  <a:lnTo>
                    <a:pt x="3248" y="5422"/>
                  </a:lnTo>
                  <a:lnTo>
                    <a:pt x="2149" y="6399"/>
                  </a:lnTo>
                  <a:lnTo>
                    <a:pt x="1075" y="7327"/>
                  </a:lnTo>
                  <a:lnTo>
                    <a:pt x="0" y="8158"/>
                  </a:lnTo>
                  <a:lnTo>
                    <a:pt x="440" y="8280"/>
                  </a:lnTo>
                  <a:lnTo>
                    <a:pt x="855" y="8377"/>
                  </a:lnTo>
                  <a:lnTo>
                    <a:pt x="1294" y="8426"/>
                  </a:lnTo>
                  <a:lnTo>
                    <a:pt x="1734" y="8475"/>
                  </a:lnTo>
                  <a:lnTo>
                    <a:pt x="2174" y="8475"/>
                  </a:lnTo>
                  <a:lnTo>
                    <a:pt x="2613" y="8451"/>
                  </a:lnTo>
                  <a:lnTo>
                    <a:pt x="3028" y="8402"/>
                  </a:lnTo>
                  <a:lnTo>
                    <a:pt x="3468" y="8304"/>
                  </a:lnTo>
                  <a:lnTo>
                    <a:pt x="3883" y="8207"/>
                  </a:lnTo>
                  <a:lnTo>
                    <a:pt x="4323" y="8060"/>
                  </a:lnTo>
                  <a:lnTo>
                    <a:pt x="4714" y="7889"/>
                  </a:lnTo>
                  <a:lnTo>
                    <a:pt x="5129" y="7694"/>
                  </a:lnTo>
                  <a:lnTo>
                    <a:pt x="5520" y="7449"/>
                  </a:lnTo>
                  <a:lnTo>
                    <a:pt x="5886" y="7205"/>
                  </a:lnTo>
                  <a:lnTo>
                    <a:pt x="6252" y="6912"/>
                  </a:lnTo>
                  <a:lnTo>
                    <a:pt x="6594" y="6595"/>
                  </a:lnTo>
                  <a:lnTo>
                    <a:pt x="6912" y="6253"/>
                  </a:lnTo>
                  <a:lnTo>
                    <a:pt x="7205" y="5886"/>
                  </a:lnTo>
                  <a:lnTo>
                    <a:pt x="7449" y="5520"/>
                  </a:lnTo>
                  <a:lnTo>
                    <a:pt x="7693" y="5129"/>
                  </a:lnTo>
                  <a:lnTo>
                    <a:pt x="7889" y="4714"/>
                  </a:lnTo>
                  <a:lnTo>
                    <a:pt x="8060" y="4323"/>
                  </a:lnTo>
                  <a:lnTo>
                    <a:pt x="8206" y="3884"/>
                  </a:lnTo>
                  <a:lnTo>
                    <a:pt x="8304" y="3468"/>
                  </a:lnTo>
                  <a:lnTo>
                    <a:pt x="8402" y="3029"/>
                  </a:lnTo>
                  <a:lnTo>
                    <a:pt x="8450" y="2614"/>
                  </a:lnTo>
                  <a:lnTo>
                    <a:pt x="8475" y="2174"/>
                  </a:lnTo>
                  <a:lnTo>
                    <a:pt x="8475" y="1734"/>
                  </a:lnTo>
                  <a:lnTo>
                    <a:pt x="8426" y="1295"/>
                  </a:lnTo>
                  <a:lnTo>
                    <a:pt x="8377" y="855"/>
                  </a:lnTo>
                  <a:lnTo>
                    <a:pt x="8279" y="440"/>
                  </a:lnTo>
                  <a:lnTo>
                    <a:pt x="815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41"/>
            <p:cNvSpPr/>
            <p:nvPr/>
          </p:nvSpPr>
          <p:spPr>
            <a:xfrm>
              <a:off x="6654650" y="3665275"/>
              <a:ext cx="409100" cy="409125"/>
            </a:xfrm>
            <a:custGeom>
              <a:rect b="b" l="l" r="r" t="t"/>
              <a:pathLst>
                <a:path extrusionOk="0" h="16365" w="16364">
                  <a:moveTo>
                    <a:pt x="13580" y="1686"/>
                  </a:moveTo>
                  <a:lnTo>
                    <a:pt x="13677" y="1735"/>
                  </a:lnTo>
                  <a:lnTo>
                    <a:pt x="13775" y="1759"/>
                  </a:lnTo>
                  <a:lnTo>
                    <a:pt x="13848" y="1832"/>
                  </a:lnTo>
                  <a:lnTo>
                    <a:pt x="13897" y="1906"/>
                  </a:lnTo>
                  <a:lnTo>
                    <a:pt x="13946" y="1979"/>
                  </a:lnTo>
                  <a:lnTo>
                    <a:pt x="13970" y="2077"/>
                  </a:lnTo>
                  <a:lnTo>
                    <a:pt x="13995" y="2174"/>
                  </a:lnTo>
                  <a:lnTo>
                    <a:pt x="13995" y="2419"/>
                  </a:lnTo>
                  <a:lnTo>
                    <a:pt x="13922" y="2687"/>
                  </a:lnTo>
                  <a:lnTo>
                    <a:pt x="13824" y="3029"/>
                  </a:lnTo>
                  <a:lnTo>
                    <a:pt x="13677" y="3371"/>
                  </a:lnTo>
                  <a:lnTo>
                    <a:pt x="13482" y="3762"/>
                  </a:lnTo>
                  <a:lnTo>
                    <a:pt x="13238" y="4177"/>
                  </a:lnTo>
                  <a:lnTo>
                    <a:pt x="12993" y="3908"/>
                  </a:lnTo>
                  <a:lnTo>
                    <a:pt x="12749" y="3615"/>
                  </a:lnTo>
                  <a:lnTo>
                    <a:pt x="12407" y="3298"/>
                  </a:lnTo>
                  <a:lnTo>
                    <a:pt x="12041" y="3029"/>
                  </a:lnTo>
                  <a:lnTo>
                    <a:pt x="11675" y="2761"/>
                  </a:lnTo>
                  <a:lnTo>
                    <a:pt x="11308" y="2541"/>
                  </a:lnTo>
                  <a:lnTo>
                    <a:pt x="11748" y="2272"/>
                  </a:lnTo>
                  <a:lnTo>
                    <a:pt x="12187" y="2052"/>
                  </a:lnTo>
                  <a:lnTo>
                    <a:pt x="12554" y="1881"/>
                  </a:lnTo>
                  <a:lnTo>
                    <a:pt x="12920" y="1759"/>
                  </a:lnTo>
                  <a:lnTo>
                    <a:pt x="13213" y="1686"/>
                  </a:lnTo>
                  <a:close/>
                  <a:moveTo>
                    <a:pt x="9721" y="3591"/>
                  </a:moveTo>
                  <a:lnTo>
                    <a:pt x="9794" y="3615"/>
                  </a:lnTo>
                  <a:lnTo>
                    <a:pt x="9916" y="3713"/>
                  </a:lnTo>
                  <a:lnTo>
                    <a:pt x="10014" y="3835"/>
                  </a:lnTo>
                  <a:lnTo>
                    <a:pt x="10038" y="3908"/>
                  </a:lnTo>
                  <a:lnTo>
                    <a:pt x="10038" y="3982"/>
                  </a:lnTo>
                  <a:lnTo>
                    <a:pt x="10038" y="4055"/>
                  </a:lnTo>
                  <a:lnTo>
                    <a:pt x="10014" y="4128"/>
                  </a:lnTo>
                  <a:lnTo>
                    <a:pt x="9916" y="4250"/>
                  </a:lnTo>
                  <a:lnTo>
                    <a:pt x="9794" y="4348"/>
                  </a:lnTo>
                  <a:lnTo>
                    <a:pt x="9721" y="4372"/>
                  </a:lnTo>
                  <a:lnTo>
                    <a:pt x="9574" y="4372"/>
                  </a:lnTo>
                  <a:lnTo>
                    <a:pt x="9501" y="4348"/>
                  </a:lnTo>
                  <a:lnTo>
                    <a:pt x="9379" y="4250"/>
                  </a:lnTo>
                  <a:lnTo>
                    <a:pt x="9281" y="4128"/>
                  </a:lnTo>
                  <a:lnTo>
                    <a:pt x="9257" y="4055"/>
                  </a:lnTo>
                  <a:lnTo>
                    <a:pt x="9257" y="3982"/>
                  </a:lnTo>
                  <a:lnTo>
                    <a:pt x="9257" y="3908"/>
                  </a:lnTo>
                  <a:lnTo>
                    <a:pt x="9281" y="3835"/>
                  </a:lnTo>
                  <a:lnTo>
                    <a:pt x="9379" y="3713"/>
                  </a:lnTo>
                  <a:lnTo>
                    <a:pt x="9501" y="3615"/>
                  </a:lnTo>
                  <a:lnTo>
                    <a:pt x="9574" y="3591"/>
                  </a:lnTo>
                  <a:close/>
                  <a:moveTo>
                    <a:pt x="8182" y="3322"/>
                  </a:moveTo>
                  <a:lnTo>
                    <a:pt x="8304" y="3347"/>
                  </a:lnTo>
                  <a:lnTo>
                    <a:pt x="8402" y="3371"/>
                  </a:lnTo>
                  <a:lnTo>
                    <a:pt x="8500" y="3420"/>
                  </a:lnTo>
                  <a:lnTo>
                    <a:pt x="8597" y="3493"/>
                  </a:lnTo>
                  <a:lnTo>
                    <a:pt x="8671" y="3591"/>
                  </a:lnTo>
                  <a:lnTo>
                    <a:pt x="8719" y="3689"/>
                  </a:lnTo>
                  <a:lnTo>
                    <a:pt x="8768" y="3786"/>
                  </a:lnTo>
                  <a:lnTo>
                    <a:pt x="8768" y="3908"/>
                  </a:lnTo>
                  <a:lnTo>
                    <a:pt x="8768" y="4031"/>
                  </a:lnTo>
                  <a:lnTo>
                    <a:pt x="8719" y="4153"/>
                  </a:lnTo>
                  <a:lnTo>
                    <a:pt x="8671" y="4250"/>
                  </a:lnTo>
                  <a:lnTo>
                    <a:pt x="8597" y="4324"/>
                  </a:lnTo>
                  <a:lnTo>
                    <a:pt x="8500" y="4397"/>
                  </a:lnTo>
                  <a:lnTo>
                    <a:pt x="8402" y="4446"/>
                  </a:lnTo>
                  <a:lnTo>
                    <a:pt x="8304" y="4495"/>
                  </a:lnTo>
                  <a:lnTo>
                    <a:pt x="8060" y="4495"/>
                  </a:lnTo>
                  <a:lnTo>
                    <a:pt x="7962" y="4446"/>
                  </a:lnTo>
                  <a:lnTo>
                    <a:pt x="7865" y="4397"/>
                  </a:lnTo>
                  <a:lnTo>
                    <a:pt x="7767" y="4324"/>
                  </a:lnTo>
                  <a:lnTo>
                    <a:pt x="7694" y="4250"/>
                  </a:lnTo>
                  <a:lnTo>
                    <a:pt x="7645" y="4153"/>
                  </a:lnTo>
                  <a:lnTo>
                    <a:pt x="7596" y="4031"/>
                  </a:lnTo>
                  <a:lnTo>
                    <a:pt x="7596" y="3908"/>
                  </a:lnTo>
                  <a:lnTo>
                    <a:pt x="7596" y="3786"/>
                  </a:lnTo>
                  <a:lnTo>
                    <a:pt x="7645" y="3689"/>
                  </a:lnTo>
                  <a:lnTo>
                    <a:pt x="7694" y="3591"/>
                  </a:lnTo>
                  <a:lnTo>
                    <a:pt x="7767" y="3493"/>
                  </a:lnTo>
                  <a:lnTo>
                    <a:pt x="7865" y="3420"/>
                  </a:lnTo>
                  <a:lnTo>
                    <a:pt x="7962" y="3371"/>
                  </a:lnTo>
                  <a:lnTo>
                    <a:pt x="8060" y="3347"/>
                  </a:lnTo>
                  <a:lnTo>
                    <a:pt x="8182" y="3322"/>
                  </a:lnTo>
                  <a:close/>
                  <a:moveTo>
                    <a:pt x="9086" y="4763"/>
                  </a:moveTo>
                  <a:lnTo>
                    <a:pt x="9159" y="4788"/>
                  </a:lnTo>
                  <a:lnTo>
                    <a:pt x="9281" y="4885"/>
                  </a:lnTo>
                  <a:lnTo>
                    <a:pt x="9354" y="5007"/>
                  </a:lnTo>
                  <a:lnTo>
                    <a:pt x="9379" y="5081"/>
                  </a:lnTo>
                  <a:lnTo>
                    <a:pt x="9379" y="5154"/>
                  </a:lnTo>
                  <a:lnTo>
                    <a:pt x="9379" y="5227"/>
                  </a:lnTo>
                  <a:lnTo>
                    <a:pt x="9354" y="5301"/>
                  </a:lnTo>
                  <a:lnTo>
                    <a:pt x="9281" y="5423"/>
                  </a:lnTo>
                  <a:lnTo>
                    <a:pt x="9159" y="5520"/>
                  </a:lnTo>
                  <a:lnTo>
                    <a:pt x="9086" y="5545"/>
                  </a:lnTo>
                  <a:lnTo>
                    <a:pt x="8915" y="5545"/>
                  </a:lnTo>
                  <a:lnTo>
                    <a:pt x="8842" y="5520"/>
                  </a:lnTo>
                  <a:lnTo>
                    <a:pt x="8719" y="5423"/>
                  </a:lnTo>
                  <a:lnTo>
                    <a:pt x="8646" y="5301"/>
                  </a:lnTo>
                  <a:lnTo>
                    <a:pt x="8622" y="5227"/>
                  </a:lnTo>
                  <a:lnTo>
                    <a:pt x="8597" y="5154"/>
                  </a:lnTo>
                  <a:lnTo>
                    <a:pt x="8622" y="5081"/>
                  </a:lnTo>
                  <a:lnTo>
                    <a:pt x="8646" y="5007"/>
                  </a:lnTo>
                  <a:lnTo>
                    <a:pt x="8719" y="4885"/>
                  </a:lnTo>
                  <a:lnTo>
                    <a:pt x="8842" y="4788"/>
                  </a:lnTo>
                  <a:lnTo>
                    <a:pt x="8915" y="4763"/>
                  </a:lnTo>
                  <a:close/>
                  <a:moveTo>
                    <a:pt x="2540" y="11309"/>
                  </a:moveTo>
                  <a:lnTo>
                    <a:pt x="2760" y="11675"/>
                  </a:lnTo>
                  <a:lnTo>
                    <a:pt x="3029" y="12041"/>
                  </a:lnTo>
                  <a:lnTo>
                    <a:pt x="3298" y="12408"/>
                  </a:lnTo>
                  <a:lnTo>
                    <a:pt x="3615" y="12750"/>
                  </a:lnTo>
                  <a:lnTo>
                    <a:pt x="3908" y="12994"/>
                  </a:lnTo>
                  <a:lnTo>
                    <a:pt x="4177" y="13238"/>
                  </a:lnTo>
                  <a:lnTo>
                    <a:pt x="3762" y="13482"/>
                  </a:lnTo>
                  <a:lnTo>
                    <a:pt x="3371" y="13678"/>
                  </a:lnTo>
                  <a:lnTo>
                    <a:pt x="3029" y="13824"/>
                  </a:lnTo>
                  <a:lnTo>
                    <a:pt x="2687" y="13922"/>
                  </a:lnTo>
                  <a:lnTo>
                    <a:pt x="2418" y="13995"/>
                  </a:lnTo>
                  <a:lnTo>
                    <a:pt x="2174" y="13995"/>
                  </a:lnTo>
                  <a:lnTo>
                    <a:pt x="2076" y="13971"/>
                  </a:lnTo>
                  <a:lnTo>
                    <a:pt x="1979" y="13946"/>
                  </a:lnTo>
                  <a:lnTo>
                    <a:pt x="1905" y="13897"/>
                  </a:lnTo>
                  <a:lnTo>
                    <a:pt x="1832" y="13849"/>
                  </a:lnTo>
                  <a:lnTo>
                    <a:pt x="1759" y="13775"/>
                  </a:lnTo>
                  <a:lnTo>
                    <a:pt x="1734" y="13678"/>
                  </a:lnTo>
                  <a:lnTo>
                    <a:pt x="1686" y="13580"/>
                  </a:lnTo>
                  <a:lnTo>
                    <a:pt x="1686" y="13482"/>
                  </a:lnTo>
                  <a:lnTo>
                    <a:pt x="1686" y="13214"/>
                  </a:lnTo>
                  <a:lnTo>
                    <a:pt x="1759" y="12921"/>
                  </a:lnTo>
                  <a:lnTo>
                    <a:pt x="1881" y="12554"/>
                  </a:lnTo>
                  <a:lnTo>
                    <a:pt x="2052" y="12188"/>
                  </a:lnTo>
                  <a:lnTo>
                    <a:pt x="2272" y="11748"/>
                  </a:lnTo>
                  <a:lnTo>
                    <a:pt x="2540" y="11309"/>
                  </a:lnTo>
                  <a:close/>
                  <a:moveTo>
                    <a:pt x="15362" y="1"/>
                  </a:moveTo>
                  <a:lnTo>
                    <a:pt x="15094" y="25"/>
                  </a:lnTo>
                  <a:lnTo>
                    <a:pt x="14801" y="74"/>
                  </a:lnTo>
                  <a:lnTo>
                    <a:pt x="14483" y="172"/>
                  </a:lnTo>
                  <a:lnTo>
                    <a:pt x="14141" y="294"/>
                  </a:lnTo>
                  <a:lnTo>
                    <a:pt x="13775" y="440"/>
                  </a:lnTo>
                  <a:lnTo>
                    <a:pt x="13384" y="611"/>
                  </a:lnTo>
                  <a:lnTo>
                    <a:pt x="12993" y="831"/>
                  </a:lnTo>
                  <a:lnTo>
                    <a:pt x="12578" y="1051"/>
                  </a:lnTo>
                  <a:lnTo>
                    <a:pt x="11699" y="1613"/>
                  </a:lnTo>
                  <a:lnTo>
                    <a:pt x="10747" y="2272"/>
                  </a:lnTo>
                  <a:lnTo>
                    <a:pt x="10307" y="2101"/>
                  </a:lnTo>
                  <a:lnTo>
                    <a:pt x="9843" y="1955"/>
                  </a:lnTo>
                  <a:lnTo>
                    <a:pt x="9379" y="1857"/>
                  </a:lnTo>
                  <a:lnTo>
                    <a:pt x="8915" y="1784"/>
                  </a:lnTo>
                  <a:lnTo>
                    <a:pt x="8451" y="1735"/>
                  </a:lnTo>
                  <a:lnTo>
                    <a:pt x="7962" y="1735"/>
                  </a:lnTo>
                  <a:lnTo>
                    <a:pt x="7498" y="1784"/>
                  </a:lnTo>
                  <a:lnTo>
                    <a:pt x="7034" y="1832"/>
                  </a:lnTo>
                  <a:lnTo>
                    <a:pt x="6570" y="1930"/>
                  </a:lnTo>
                  <a:lnTo>
                    <a:pt x="6106" y="2077"/>
                  </a:lnTo>
                  <a:lnTo>
                    <a:pt x="5667" y="2248"/>
                  </a:lnTo>
                  <a:lnTo>
                    <a:pt x="5227" y="2443"/>
                  </a:lnTo>
                  <a:lnTo>
                    <a:pt x="4787" y="2687"/>
                  </a:lnTo>
                  <a:lnTo>
                    <a:pt x="4397" y="2980"/>
                  </a:lnTo>
                  <a:lnTo>
                    <a:pt x="4006" y="3273"/>
                  </a:lnTo>
                  <a:lnTo>
                    <a:pt x="3615" y="3615"/>
                  </a:lnTo>
                  <a:lnTo>
                    <a:pt x="3273" y="4006"/>
                  </a:lnTo>
                  <a:lnTo>
                    <a:pt x="2980" y="4397"/>
                  </a:lnTo>
                  <a:lnTo>
                    <a:pt x="2687" y="4788"/>
                  </a:lnTo>
                  <a:lnTo>
                    <a:pt x="2443" y="5227"/>
                  </a:lnTo>
                  <a:lnTo>
                    <a:pt x="2247" y="5667"/>
                  </a:lnTo>
                  <a:lnTo>
                    <a:pt x="2076" y="6107"/>
                  </a:lnTo>
                  <a:lnTo>
                    <a:pt x="1930" y="6571"/>
                  </a:lnTo>
                  <a:lnTo>
                    <a:pt x="1832" y="7035"/>
                  </a:lnTo>
                  <a:lnTo>
                    <a:pt x="1783" y="7499"/>
                  </a:lnTo>
                  <a:lnTo>
                    <a:pt x="1734" y="7963"/>
                  </a:lnTo>
                  <a:lnTo>
                    <a:pt x="1734" y="8451"/>
                  </a:lnTo>
                  <a:lnTo>
                    <a:pt x="1783" y="8915"/>
                  </a:lnTo>
                  <a:lnTo>
                    <a:pt x="1857" y="9379"/>
                  </a:lnTo>
                  <a:lnTo>
                    <a:pt x="1954" y="9843"/>
                  </a:lnTo>
                  <a:lnTo>
                    <a:pt x="2101" y="10307"/>
                  </a:lnTo>
                  <a:lnTo>
                    <a:pt x="2272" y="10747"/>
                  </a:lnTo>
                  <a:lnTo>
                    <a:pt x="1612" y="11699"/>
                  </a:lnTo>
                  <a:lnTo>
                    <a:pt x="1051" y="12579"/>
                  </a:lnTo>
                  <a:lnTo>
                    <a:pt x="831" y="12994"/>
                  </a:lnTo>
                  <a:lnTo>
                    <a:pt x="611" y="13385"/>
                  </a:lnTo>
                  <a:lnTo>
                    <a:pt x="440" y="13775"/>
                  </a:lnTo>
                  <a:lnTo>
                    <a:pt x="293" y="14142"/>
                  </a:lnTo>
                  <a:lnTo>
                    <a:pt x="171" y="14484"/>
                  </a:lnTo>
                  <a:lnTo>
                    <a:pt x="74" y="14801"/>
                  </a:lnTo>
                  <a:lnTo>
                    <a:pt x="25" y="15094"/>
                  </a:lnTo>
                  <a:lnTo>
                    <a:pt x="0" y="15363"/>
                  </a:lnTo>
                  <a:lnTo>
                    <a:pt x="0" y="15583"/>
                  </a:lnTo>
                  <a:lnTo>
                    <a:pt x="49" y="15802"/>
                  </a:lnTo>
                  <a:lnTo>
                    <a:pt x="123" y="15973"/>
                  </a:lnTo>
                  <a:lnTo>
                    <a:pt x="245" y="16120"/>
                  </a:lnTo>
                  <a:lnTo>
                    <a:pt x="342" y="16218"/>
                  </a:lnTo>
                  <a:lnTo>
                    <a:pt x="489" y="16291"/>
                  </a:lnTo>
                  <a:lnTo>
                    <a:pt x="635" y="16340"/>
                  </a:lnTo>
                  <a:lnTo>
                    <a:pt x="806" y="16364"/>
                  </a:lnTo>
                  <a:lnTo>
                    <a:pt x="1173" y="16364"/>
                  </a:lnTo>
                  <a:lnTo>
                    <a:pt x="1393" y="16315"/>
                  </a:lnTo>
                  <a:lnTo>
                    <a:pt x="1637" y="16267"/>
                  </a:lnTo>
                  <a:lnTo>
                    <a:pt x="2150" y="16120"/>
                  </a:lnTo>
                  <a:lnTo>
                    <a:pt x="2711" y="15876"/>
                  </a:lnTo>
                  <a:lnTo>
                    <a:pt x="3322" y="15583"/>
                  </a:lnTo>
                  <a:lnTo>
                    <a:pt x="3957" y="15192"/>
                  </a:lnTo>
                  <a:lnTo>
                    <a:pt x="4665" y="14752"/>
                  </a:lnTo>
                  <a:lnTo>
                    <a:pt x="5373" y="14264"/>
                  </a:lnTo>
                  <a:lnTo>
                    <a:pt x="6131" y="13702"/>
                  </a:lnTo>
                  <a:lnTo>
                    <a:pt x="6912" y="13092"/>
                  </a:lnTo>
                  <a:lnTo>
                    <a:pt x="7718" y="12432"/>
                  </a:lnTo>
                  <a:lnTo>
                    <a:pt x="8524" y="11724"/>
                  </a:lnTo>
                  <a:lnTo>
                    <a:pt x="9330" y="10967"/>
                  </a:lnTo>
                  <a:lnTo>
                    <a:pt x="10160" y="10161"/>
                  </a:lnTo>
                  <a:lnTo>
                    <a:pt x="10966" y="9330"/>
                  </a:lnTo>
                  <a:lnTo>
                    <a:pt x="11723" y="8524"/>
                  </a:lnTo>
                  <a:lnTo>
                    <a:pt x="12432" y="7718"/>
                  </a:lnTo>
                  <a:lnTo>
                    <a:pt x="13091" y="6912"/>
                  </a:lnTo>
                  <a:lnTo>
                    <a:pt x="13702" y="6131"/>
                  </a:lnTo>
                  <a:lnTo>
                    <a:pt x="14263" y="5374"/>
                  </a:lnTo>
                  <a:lnTo>
                    <a:pt x="14752" y="4666"/>
                  </a:lnTo>
                  <a:lnTo>
                    <a:pt x="15192" y="3957"/>
                  </a:lnTo>
                  <a:lnTo>
                    <a:pt x="15582" y="3322"/>
                  </a:lnTo>
                  <a:lnTo>
                    <a:pt x="15875" y="2712"/>
                  </a:lnTo>
                  <a:lnTo>
                    <a:pt x="16120" y="2150"/>
                  </a:lnTo>
                  <a:lnTo>
                    <a:pt x="16266" y="1637"/>
                  </a:lnTo>
                  <a:lnTo>
                    <a:pt x="16315" y="1393"/>
                  </a:lnTo>
                  <a:lnTo>
                    <a:pt x="16364" y="1173"/>
                  </a:lnTo>
                  <a:lnTo>
                    <a:pt x="16364" y="978"/>
                  </a:lnTo>
                  <a:lnTo>
                    <a:pt x="16364" y="807"/>
                  </a:lnTo>
                  <a:lnTo>
                    <a:pt x="16339" y="636"/>
                  </a:lnTo>
                  <a:lnTo>
                    <a:pt x="16291" y="489"/>
                  </a:lnTo>
                  <a:lnTo>
                    <a:pt x="16217" y="343"/>
                  </a:lnTo>
                  <a:lnTo>
                    <a:pt x="16120" y="245"/>
                  </a:lnTo>
                  <a:lnTo>
                    <a:pt x="15973" y="123"/>
                  </a:lnTo>
                  <a:lnTo>
                    <a:pt x="15802" y="50"/>
                  </a:lnTo>
                  <a:lnTo>
                    <a:pt x="1558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2" name="Google Shape;302;p41"/>
          <p:cNvSpPr/>
          <p:nvPr/>
        </p:nvSpPr>
        <p:spPr>
          <a:xfrm>
            <a:off x="6192650" y="1898869"/>
            <a:ext cx="914124" cy="914076"/>
          </a:xfrm>
          <a:custGeom>
            <a:rect b="b" l="l" r="r" t="t"/>
            <a:pathLst>
              <a:path extrusionOk="0" h="18757" w="18758">
                <a:moveTo>
                  <a:pt x="10039" y="2467"/>
                </a:moveTo>
                <a:lnTo>
                  <a:pt x="10380" y="2491"/>
                </a:lnTo>
                <a:lnTo>
                  <a:pt x="10674" y="2516"/>
                </a:lnTo>
                <a:lnTo>
                  <a:pt x="10869" y="2540"/>
                </a:lnTo>
                <a:lnTo>
                  <a:pt x="10967" y="2564"/>
                </a:lnTo>
                <a:lnTo>
                  <a:pt x="10991" y="2589"/>
                </a:lnTo>
                <a:lnTo>
                  <a:pt x="10967" y="2638"/>
                </a:lnTo>
                <a:lnTo>
                  <a:pt x="10893" y="2784"/>
                </a:lnTo>
                <a:lnTo>
                  <a:pt x="10771" y="2955"/>
                </a:lnTo>
                <a:lnTo>
                  <a:pt x="10600" y="3151"/>
                </a:lnTo>
                <a:lnTo>
                  <a:pt x="10405" y="3322"/>
                </a:lnTo>
                <a:lnTo>
                  <a:pt x="10209" y="3468"/>
                </a:lnTo>
                <a:lnTo>
                  <a:pt x="10039" y="3590"/>
                </a:lnTo>
                <a:lnTo>
                  <a:pt x="9941" y="3615"/>
                </a:lnTo>
                <a:lnTo>
                  <a:pt x="9843" y="3639"/>
                </a:lnTo>
                <a:lnTo>
                  <a:pt x="9745" y="3663"/>
                </a:lnTo>
                <a:lnTo>
                  <a:pt x="9648" y="3737"/>
                </a:lnTo>
                <a:lnTo>
                  <a:pt x="9550" y="3810"/>
                </a:lnTo>
                <a:lnTo>
                  <a:pt x="9452" y="3883"/>
                </a:lnTo>
                <a:lnTo>
                  <a:pt x="9355" y="3957"/>
                </a:lnTo>
                <a:lnTo>
                  <a:pt x="9257" y="3981"/>
                </a:lnTo>
                <a:lnTo>
                  <a:pt x="9159" y="4005"/>
                </a:lnTo>
                <a:lnTo>
                  <a:pt x="9086" y="4005"/>
                </a:lnTo>
                <a:lnTo>
                  <a:pt x="8988" y="4054"/>
                </a:lnTo>
                <a:lnTo>
                  <a:pt x="8866" y="4128"/>
                </a:lnTo>
                <a:lnTo>
                  <a:pt x="8793" y="4201"/>
                </a:lnTo>
                <a:lnTo>
                  <a:pt x="8695" y="4274"/>
                </a:lnTo>
                <a:lnTo>
                  <a:pt x="8598" y="4323"/>
                </a:lnTo>
                <a:lnTo>
                  <a:pt x="8500" y="4372"/>
                </a:lnTo>
                <a:lnTo>
                  <a:pt x="8304" y="4372"/>
                </a:lnTo>
                <a:lnTo>
                  <a:pt x="8207" y="4323"/>
                </a:lnTo>
                <a:lnTo>
                  <a:pt x="8109" y="4274"/>
                </a:lnTo>
                <a:lnTo>
                  <a:pt x="8036" y="4201"/>
                </a:lnTo>
                <a:lnTo>
                  <a:pt x="7963" y="4103"/>
                </a:lnTo>
                <a:lnTo>
                  <a:pt x="7938" y="4005"/>
                </a:lnTo>
                <a:lnTo>
                  <a:pt x="7963" y="3908"/>
                </a:lnTo>
                <a:lnTo>
                  <a:pt x="8036" y="3810"/>
                </a:lnTo>
                <a:lnTo>
                  <a:pt x="8109" y="3712"/>
                </a:lnTo>
                <a:lnTo>
                  <a:pt x="8158" y="3615"/>
                </a:lnTo>
                <a:lnTo>
                  <a:pt x="8207" y="3517"/>
                </a:lnTo>
                <a:lnTo>
                  <a:pt x="8207" y="3419"/>
                </a:lnTo>
                <a:lnTo>
                  <a:pt x="8182" y="3273"/>
                </a:lnTo>
                <a:lnTo>
                  <a:pt x="8158" y="3199"/>
                </a:lnTo>
                <a:lnTo>
                  <a:pt x="8109" y="3151"/>
                </a:lnTo>
                <a:lnTo>
                  <a:pt x="8060" y="3102"/>
                </a:lnTo>
                <a:lnTo>
                  <a:pt x="7987" y="3077"/>
                </a:lnTo>
                <a:lnTo>
                  <a:pt x="7840" y="3053"/>
                </a:lnTo>
                <a:lnTo>
                  <a:pt x="7669" y="3028"/>
                </a:lnTo>
                <a:lnTo>
                  <a:pt x="7596" y="2980"/>
                </a:lnTo>
                <a:lnTo>
                  <a:pt x="7547" y="2955"/>
                </a:lnTo>
                <a:lnTo>
                  <a:pt x="7523" y="2906"/>
                </a:lnTo>
                <a:lnTo>
                  <a:pt x="7547" y="2833"/>
                </a:lnTo>
                <a:lnTo>
                  <a:pt x="7572" y="2760"/>
                </a:lnTo>
                <a:lnTo>
                  <a:pt x="7645" y="2662"/>
                </a:lnTo>
                <a:lnTo>
                  <a:pt x="7694" y="2638"/>
                </a:lnTo>
                <a:lnTo>
                  <a:pt x="7792" y="2589"/>
                </a:lnTo>
                <a:lnTo>
                  <a:pt x="8036" y="2540"/>
                </a:lnTo>
                <a:lnTo>
                  <a:pt x="8329" y="2491"/>
                </a:lnTo>
                <a:lnTo>
                  <a:pt x="8671" y="2467"/>
                </a:lnTo>
                <a:close/>
                <a:moveTo>
                  <a:pt x="11455" y="4763"/>
                </a:moveTo>
                <a:lnTo>
                  <a:pt x="11528" y="4787"/>
                </a:lnTo>
                <a:lnTo>
                  <a:pt x="11577" y="4811"/>
                </a:lnTo>
                <a:lnTo>
                  <a:pt x="11626" y="4885"/>
                </a:lnTo>
                <a:lnTo>
                  <a:pt x="11650" y="4958"/>
                </a:lnTo>
                <a:lnTo>
                  <a:pt x="11626" y="5031"/>
                </a:lnTo>
                <a:lnTo>
                  <a:pt x="11577" y="5153"/>
                </a:lnTo>
                <a:lnTo>
                  <a:pt x="11528" y="5251"/>
                </a:lnTo>
                <a:lnTo>
                  <a:pt x="11455" y="5324"/>
                </a:lnTo>
                <a:lnTo>
                  <a:pt x="11357" y="5398"/>
                </a:lnTo>
                <a:lnTo>
                  <a:pt x="11260" y="5471"/>
                </a:lnTo>
                <a:lnTo>
                  <a:pt x="11162" y="5520"/>
                </a:lnTo>
                <a:lnTo>
                  <a:pt x="10991" y="5520"/>
                </a:lnTo>
                <a:lnTo>
                  <a:pt x="10942" y="5471"/>
                </a:lnTo>
                <a:lnTo>
                  <a:pt x="10893" y="5398"/>
                </a:lnTo>
                <a:lnTo>
                  <a:pt x="10869" y="5324"/>
                </a:lnTo>
                <a:lnTo>
                  <a:pt x="10893" y="5251"/>
                </a:lnTo>
                <a:lnTo>
                  <a:pt x="10942" y="5153"/>
                </a:lnTo>
                <a:lnTo>
                  <a:pt x="10991" y="5031"/>
                </a:lnTo>
                <a:lnTo>
                  <a:pt x="11064" y="4958"/>
                </a:lnTo>
                <a:lnTo>
                  <a:pt x="11162" y="4885"/>
                </a:lnTo>
                <a:lnTo>
                  <a:pt x="11260" y="4811"/>
                </a:lnTo>
                <a:lnTo>
                  <a:pt x="11357" y="4787"/>
                </a:lnTo>
                <a:lnTo>
                  <a:pt x="11455" y="4763"/>
                </a:lnTo>
                <a:close/>
                <a:moveTo>
                  <a:pt x="16437" y="12260"/>
                </a:moveTo>
                <a:lnTo>
                  <a:pt x="16511" y="12285"/>
                </a:lnTo>
                <a:lnTo>
                  <a:pt x="16535" y="12334"/>
                </a:lnTo>
                <a:lnTo>
                  <a:pt x="16559" y="12407"/>
                </a:lnTo>
                <a:lnTo>
                  <a:pt x="16584" y="12578"/>
                </a:lnTo>
                <a:lnTo>
                  <a:pt x="16584" y="12651"/>
                </a:lnTo>
                <a:lnTo>
                  <a:pt x="16535" y="12749"/>
                </a:lnTo>
                <a:lnTo>
                  <a:pt x="16486" y="12871"/>
                </a:lnTo>
                <a:lnTo>
                  <a:pt x="16413" y="12944"/>
                </a:lnTo>
                <a:lnTo>
                  <a:pt x="16340" y="13042"/>
                </a:lnTo>
                <a:lnTo>
                  <a:pt x="16266" y="13140"/>
                </a:lnTo>
                <a:lnTo>
                  <a:pt x="16218" y="13237"/>
                </a:lnTo>
                <a:lnTo>
                  <a:pt x="16218" y="13335"/>
                </a:lnTo>
                <a:lnTo>
                  <a:pt x="16193" y="13482"/>
                </a:lnTo>
                <a:lnTo>
                  <a:pt x="16144" y="13555"/>
                </a:lnTo>
                <a:lnTo>
                  <a:pt x="16120" y="13628"/>
                </a:lnTo>
                <a:lnTo>
                  <a:pt x="16071" y="13653"/>
                </a:lnTo>
                <a:lnTo>
                  <a:pt x="15973" y="13653"/>
                </a:lnTo>
                <a:lnTo>
                  <a:pt x="15924" y="13628"/>
                </a:lnTo>
                <a:lnTo>
                  <a:pt x="15900" y="13555"/>
                </a:lnTo>
                <a:lnTo>
                  <a:pt x="15851" y="13433"/>
                </a:lnTo>
                <a:lnTo>
                  <a:pt x="15851" y="13286"/>
                </a:lnTo>
                <a:lnTo>
                  <a:pt x="15827" y="13140"/>
                </a:lnTo>
                <a:lnTo>
                  <a:pt x="15851" y="12969"/>
                </a:lnTo>
                <a:lnTo>
                  <a:pt x="15924" y="12798"/>
                </a:lnTo>
                <a:lnTo>
                  <a:pt x="15998" y="12627"/>
                </a:lnTo>
                <a:lnTo>
                  <a:pt x="16120" y="12480"/>
                </a:lnTo>
                <a:lnTo>
                  <a:pt x="16242" y="12383"/>
                </a:lnTo>
                <a:lnTo>
                  <a:pt x="16340" y="12309"/>
                </a:lnTo>
                <a:lnTo>
                  <a:pt x="16437" y="12260"/>
                </a:lnTo>
                <a:close/>
                <a:moveTo>
                  <a:pt x="13922" y="3615"/>
                </a:moveTo>
                <a:lnTo>
                  <a:pt x="14239" y="3639"/>
                </a:lnTo>
                <a:lnTo>
                  <a:pt x="14483" y="3639"/>
                </a:lnTo>
                <a:lnTo>
                  <a:pt x="14679" y="3688"/>
                </a:lnTo>
                <a:lnTo>
                  <a:pt x="14777" y="3712"/>
                </a:lnTo>
                <a:lnTo>
                  <a:pt x="14825" y="3737"/>
                </a:lnTo>
                <a:lnTo>
                  <a:pt x="14874" y="3761"/>
                </a:lnTo>
                <a:lnTo>
                  <a:pt x="14923" y="3737"/>
                </a:lnTo>
                <a:lnTo>
                  <a:pt x="14972" y="3712"/>
                </a:lnTo>
                <a:lnTo>
                  <a:pt x="15045" y="3688"/>
                </a:lnTo>
                <a:lnTo>
                  <a:pt x="15143" y="3663"/>
                </a:lnTo>
                <a:lnTo>
                  <a:pt x="15485" y="3639"/>
                </a:lnTo>
                <a:lnTo>
                  <a:pt x="15900" y="4103"/>
                </a:lnTo>
                <a:lnTo>
                  <a:pt x="16291" y="4616"/>
                </a:lnTo>
                <a:lnTo>
                  <a:pt x="16633" y="5153"/>
                </a:lnTo>
                <a:lnTo>
                  <a:pt x="16926" y="5715"/>
                </a:lnTo>
                <a:lnTo>
                  <a:pt x="17194" y="6301"/>
                </a:lnTo>
                <a:lnTo>
                  <a:pt x="17390" y="6912"/>
                </a:lnTo>
                <a:lnTo>
                  <a:pt x="17561" y="7547"/>
                </a:lnTo>
                <a:lnTo>
                  <a:pt x="17683" y="8182"/>
                </a:lnTo>
                <a:lnTo>
                  <a:pt x="17414" y="8157"/>
                </a:lnTo>
                <a:lnTo>
                  <a:pt x="17317" y="8133"/>
                </a:lnTo>
                <a:lnTo>
                  <a:pt x="17268" y="8084"/>
                </a:lnTo>
                <a:lnTo>
                  <a:pt x="17219" y="8060"/>
                </a:lnTo>
                <a:lnTo>
                  <a:pt x="17146" y="8035"/>
                </a:lnTo>
                <a:lnTo>
                  <a:pt x="16975" y="8011"/>
                </a:lnTo>
                <a:lnTo>
                  <a:pt x="16877" y="7986"/>
                </a:lnTo>
                <a:lnTo>
                  <a:pt x="16779" y="7938"/>
                </a:lnTo>
                <a:lnTo>
                  <a:pt x="16682" y="7889"/>
                </a:lnTo>
                <a:lnTo>
                  <a:pt x="16584" y="7815"/>
                </a:lnTo>
                <a:lnTo>
                  <a:pt x="16511" y="7742"/>
                </a:lnTo>
                <a:lnTo>
                  <a:pt x="16437" y="7693"/>
                </a:lnTo>
                <a:lnTo>
                  <a:pt x="16364" y="7693"/>
                </a:lnTo>
                <a:lnTo>
                  <a:pt x="16315" y="7718"/>
                </a:lnTo>
                <a:lnTo>
                  <a:pt x="16291" y="7767"/>
                </a:lnTo>
                <a:lnTo>
                  <a:pt x="16291" y="7840"/>
                </a:lnTo>
                <a:lnTo>
                  <a:pt x="16340" y="7913"/>
                </a:lnTo>
                <a:lnTo>
                  <a:pt x="16413" y="8011"/>
                </a:lnTo>
                <a:lnTo>
                  <a:pt x="16486" y="8084"/>
                </a:lnTo>
                <a:lnTo>
                  <a:pt x="16584" y="8133"/>
                </a:lnTo>
                <a:lnTo>
                  <a:pt x="16706" y="8182"/>
                </a:lnTo>
                <a:lnTo>
                  <a:pt x="16779" y="8182"/>
                </a:lnTo>
                <a:lnTo>
                  <a:pt x="16877" y="8206"/>
                </a:lnTo>
                <a:lnTo>
                  <a:pt x="16975" y="8255"/>
                </a:lnTo>
                <a:lnTo>
                  <a:pt x="17072" y="8304"/>
                </a:lnTo>
                <a:lnTo>
                  <a:pt x="17170" y="8377"/>
                </a:lnTo>
                <a:lnTo>
                  <a:pt x="17194" y="8426"/>
                </a:lnTo>
                <a:lnTo>
                  <a:pt x="17219" y="8475"/>
                </a:lnTo>
                <a:lnTo>
                  <a:pt x="17194" y="8621"/>
                </a:lnTo>
                <a:lnTo>
                  <a:pt x="17097" y="8792"/>
                </a:lnTo>
                <a:lnTo>
                  <a:pt x="16975" y="8963"/>
                </a:lnTo>
                <a:lnTo>
                  <a:pt x="16804" y="9110"/>
                </a:lnTo>
                <a:lnTo>
                  <a:pt x="16657" y="9232"/>
                </a:lnTo>
                <a:lnTo>
                  <a:pt x="16511" y="9305"/>
                </a:lnTo>
                <a:lnTo>
                  <a:pt x="16413" y="9330"/>
                </a:lnTo>
                <a:lnTo>
                  <a:pt x="16242" y="9354"/>
                </a:lnTo>
                <a:lnTo>
                  <a:pt x="16169" y="9378"/>
                </a:lnTo>
                <a:lnTo>
                  <a:pt x="16120" y="9427"/>
                </a:lnTo>
                <a:lnTo>
                  <a:pt x="16071" y="9452"/>
                </a:lnTo>
                <a:lnTo>
                  <a:pt x="16022" y="9476"/>
                </a:lnTo>
                <a:lnTo>
                  <a:pt x="15973" y="9452"/>
                </a:lnTo>
                <a:lnTo>
                  <a:pt x="15924" y="9427"/>
                </a:lnTo>
                <a:lnTo>
                  <a:pt x="15900" y="9378"/>
                </a:lnTo>
                <a:lnTo>
                  <a:pt x="15851" y="9305"/>
                </a:lnTo>
                <a:lnTo>
                  <a:pt x="15827" y="9134"/>
                </a:lnTo>
                <a:lnTo>
                  <a:pt x="15802" y="9037"/>
                </a:lnTo>
                <a:lnTo>
                  <a:pt x="15729" y="8890"/>
                </a:lnTo>
                <a:lnTo>
                  <a:pt x="15607" y="8743"/>
                </a:lnTo>
                <a:lnTo>
                  <a:pt x="15460" y="8573"/>
                </a:lnTo>
                <a:lnTo>
                  <a:pt x="15314" y="8402"/>
                </a:lnTo>
                <a:lnTo>
                  <a:pt x="15192" y="8255"/>
                </a:lnTo>
                <a:lnTo>
                  <a:pt x="15094" y="8108"/>
                </a:lnTo>
                <a:lnTo>
                  <a:pt x="15070" y="8011"/>
                </a:lnTo>
                <a:lnTo>
                  <a:pt x="15070" y="7938"/>
                </a:lnTo>
                <a:lnTo>
                  <a:pt x="15045" y="7889"/>
                </a:lnTo>
                <a:lnTo>
                  <a:pt x="15021" y="7889"/>
                </a:lnTo>
                <a:lnTo>
                  <a:pt x="14972" y="7913"/>
                </a:lnTo>
                <a:lnTo>
                  <a:pt x="14948" y="7962"/>
                </a:lnTo>
                <a:lnTo>
                  <a:pt x="14899" y="8035"/>
                </a:lnTo>
                <a:lnTo>
                  <a:pt x="14874" y="8182"/>
                </a:lnTo>
                <a:lnTo>
                  <a:pt x="14899" y="8279"/>
                </a:lnTo>
                <a:lnTo>
                  <a:pt x="14972" y="8402"/>
                </a:lnTo>
                <a:lnTo>
                  <a:pt x="15045" y="8548"/>
                </a:lnTo>
                <a:lnTo>
                  <a:pt x="15167" y="8670"/>
                </a:lnTo>
                <a:lnTo>
                  <a:pt x="15265" y="8792"/>
                </a:lnTo>
                <a:lnTo>
                  <a:pt x="15363" y="8914"/>
                </a:lnTo>
                <a:lnTo>
                  <a:pt x="15436" y="9037"/>
                </a:lnTo>
                <a:lnTo>
                  <a:pt x="15460" y="9134"/>
                </a:lnTo>
                <a:lnTo>
                  <a:pt x="15460" y="9232"/>
                </a:lnTo>
                <a:lnTo>
                  <a:pt x="15509" y="9330"/>
                </a:lnTo>
                <a:lnTo>
                  <a:pt x="15558" y="9427"/>
                </a:lnTo>
                <a:lnTo>
                  <a:pt x="15631" y="9525"/>
                </a:lnTo>
                <a:lnTo>
                  <a:pt x="15753" y="9598"/>
                </a:lnTo>
                <a:lnTo>
                  <a:pt x="15900" y="9647"/>
                </a:lnTo>
                <a:lnTo>
                  <a:pt x="16047" y="9696"/>
                </a:lnTo>
                <a:lnTo>
                  <a:pt x="16218" y="9720"/>
                </a:lnTo>
                <a:lnTo>
                  <a:pt x="16364" y="9720"/>
                </a:lnTo>
                <a:lnTo>
                  <a:pt x="16486" y="9769"/>
                </a:lnTo>
                <a:lnTo>
                  <a:pt x="16559" y="9818"/>
                </a:lnTo>
                <a:lnTo>
                  <a:pt x="16584" y="9867"/>
                </a:lnTo>
                <a:lnTo>
                  <a:pt x="16584" y="9916"/>
                </a:lnTo>
                <a:lnTo>
                  <a:pt x="16559" y="10013"/>
                </a:lnTo>
                <a:lnTo>
                  <a:pt x="16437" y="10209"/>
                </a:lnTo>
                <a:lnTo>
                  <a:pt x="16242" y="10429"/>
                </a:lnTo>
                <a:lnTo>
                  <a:pt x="16022" y="10673"/>
                </a:lnTo>
                <a:lnTo>
                  <a:pt x="15802" y="10917"/>
                </a:lnTo>
                <a:lnTo>
                  <a:pt x="15631" y="11186"/>
                </a:lnTo>
                <a:lnTo>
                  <a:pt x="15485" y="11430"/>
                </a:lnTo>
                <a:lnTo>
                  <a:pt x="15460" y="11528"/>
                </a:lnTo>
                <a:lnTo>
                  <a:pt x="15460" y="11625"/>
                </a:lnTo>
                <a:lnTo>
                  <a:pt x="15460" y="11772"/>
                </a:lnTo>
                <a:lnTo>
                  <a:pt x="15485" y="11918"/>
                </a:lnTo>
                <a:lnTo>
                  <a:pt x="15509" y="12016"/>
                </a:lnTo>
                <a:lnTo>
                  <a:pt x="15558" y="12089"/>
                </a:lnTo>
                <a:lnTo>
                  <a:pt x="15583" y="12138"/>
                </a:lnTo>
                <a:lnTo>
                  <a:pt x="15607" y="12212"/>
                </a:lnTo>
                <a:lnTo>
                  <a:pt x="15631" y="12383"/>
                </a:lnTo>
                <a:lnTo>
                  <a:pt x="15607" y="12480"/>
                </a:lnTo>
                <a:lnTo>
                  <a:pt x="15509" y="12651"/>
                </a:lnTo>
                <a:lnTo>
                  <a:pt x="15363" y="12847"/>
                </a:lnTo>
                <a:lnTo>
                  <a:pt x="15167" y="13042"/>
                </a:lnTo>
                <a:lnTo>
                  <a:pt x="14972" y="13237"/>
                </a:lnTo>
                <a:lnTo>
                  <a:pt x="14825" y="13433"/>
                </a:lnTo>
                <a:lnTo>
                  <a:pt x="14728" y="13604"/>
                </a:lnTo>
                <a:lnTo>
                  <a:pt x="14679" y="13701"/>
                </a:lnTo>
                <a:lnTo>
                  <a:pt x="14654" y="13823"/>
                </a:lnTo>
                <a:lnTo>
                  <a:pt x="14581" y="13970"/>
                </a:lnTo>
                <a:lnTo>
                  <a:pt x="14459" y="14117"/>
                </a:lnTo>
                <a:lnTo>
                  <a:pt x="14313" y="14288"/>
                </a:lnTo>
                <a:lnTo>
                  <a:pt x="14142" y="14434"/>
                </a:lnTo>
                <a:lnTo>
                  <a:pt x="13995" y="14556"/>
                </a:lnTo>
                <a:lnTo>
                  <a:pt x="13848" y="14629"/>
                </a:lnTo>
                <a:lnTo>
                  <a:pt x="13726" y="14654"/>
                </a:lnTo>
                <a:lnTo>
                  <a:pt x="13653" y="14654"/>
                </a:lnTo>
                <a:lnTo>
                  <a:pt x="13555" y="14605"/>
                </a:lnTo>
                <a:lnTo>
                  <a:pt x="13458" y="14556"/>
                </a:lnTo>
                <a:lnTo>
                  <a:pt x="13360" y="14483"/>
                </a:lnTo>
                <a:lnTo>
                  <a:pt x="13287" y="14385"/>
                </a:lnTo>
                <a:lnTo>
                  <a:pt x="13213" y="14288"/>
                </a:lnTo>
                <a:lnTo>
                  <a:pt x="13189" y="14190"/>
                </a:lnTo>
                <a:lnTo>
                  <a:pt x="13165" y="14092"/>
                </a:lnTo>
                <a:lnTo>
                  <a:pt x="13140" y="13921"/>
                </a:lnTo>
                <a:lnTo>
                  <a:pt x="13116" y="13848"/>
                </a:lnTo>
                <a:lnTo>
                  <a:pt x="13067" y="13799"/>
                </a:lnTo>
                <a:lnTo>
                  <a:pt x="13043" y="13750"/>
                </a:lnTo>
                <a:lnTo>
                  <a:pt x="12994" y="13677"/>
                </a:lnTo>
                <a:lnTo>
                  <a:pt x="12969" y="13530"/>
                </a:lnTo>
                <a:lnTo>
                  <a:pt x="12945" y="13359"/>
                </a:lnTo>
                <a:lnTo>
                  <a:pt x="12920" y="13286"/>
                </a:lnTo>
                <a:lnTo>
                  <a:pt x="12872" y="13237"/>
                </a:lnTo>
                <a:lnTo>
                  <a:pt x="12847" y="13164"/>
                </a:lnTo>
                <a:lnTo>
                  <a:pt x="12823" y="13066"/>
                </a:lnTo>
                <a:lnTo>
                  <a:pt x="12798" y="12920"/>
                </a:lnTo>
                <a:lnTo>
                  <a:pt x="12774" y="12749"/>
                </a:lnTo>
                <a:lnTo>
                  <a:pt x="12798" y="12602"/>
                </a:lnTo>
                <a:lnTo>
                  <a:pt x="12823" y="12456"/>
                </a:lnTo>
                <a:lnTo>
                  <a:pt x="12847" y="12358"/>
                </a:lnTo>
                <a:lnTo>
                  <a:pt x="12872" y="12285"/>
                </a:lnTo>
                <a:lnTo>
                  <a:pt x="12920" y="12236"/>
                </a:lnTo>
                <a:lnTo>
                  <a:pt x="12945" y="12163"/>
                </a:lnTo>
                <a:lnTo>
                  <a:pt x="12969" y="11992"/>
                </a:lnTo>
                <a:lnTo>
                  <a:pt x="12945" y="11894"/>
                </a:lnTo>
                <a:lnTo>
                  <a:pt x="12896" y="11772"/>
                </a:lnTo>
                <a:lnTo>
                  <a:pt x="12798" y="11650"/>
                </a:lnTo>
                <a:lnTo>
                  <a:pt x="12701" y="11528"/>
                </a:lnTo>
                <a:lnTo>
                  <a:pt x="12578" y="11381"/>
                </a:lnTo>
                <a:lnTo>
                  <a:pt x="12481" y="11210"/>
                </a:lnTo>
                <a:lnTo>
                  <a:pt x="12432" y="11015"/>
                </a:lnTo>
                <a:lnTo>
                  <a:pt x="12408" y="10844"/>
                </a:lnTo>
                <a:lnTo>
                  <a:pt x="12408" y="10697"/>
                </a:lnTo>
                <a:lnTo>
                  <a:pt x="12383" y="10551"/>
                </a:lnTo>
                <a:lnTo>
                  <a:pt x="12334" y="10453"/>
                </a:lnTo>
                <a:lnTo>
                  <a:pt x="12310" y="10380"/>
                </a:lnTo>
                <a:lnTo>
                  <a:pt x="12261" y="10331"/>
                </a:lnTo>
                <a:lnTo>
                  <a:pt x="12188" y="10307"/>
                </a:lnTo>
                <a:lnTo>
                  <a:pt x="12017" y="10282"/>
                </a:lnTo>
                <a:lnTo>
                  <a:pt x="11870" y="10307"/>
                </a:lnTo>
                <a:lnTo>
                  <a:pt x="11797" y="10331"/>
                </a:lnTo>
                <a:lnTo>
                  <a:pt x="11748" y="10380"/>
                </a:lnTo>
                <a:lnTo>
                  <a:pt x="11675" y="10429"/>
                </a:lnTo>
                <a:lnTo>
                  <a:pt x="11553" y="10453"/>
                </a:lnTo>
                <a:lnTo>
                  <a:pt x="11406" y="10478"/>
                </a:lnTo>
                <a:lnTo>
                  <a:pt x="11260" y="10478"/>
                </a:lnTo>
                <a:lnTo>
                  <a:pt x="11089" y="10453"/>
                </a:lnTo>
                <a:lnTo>
                  <a:pt x="10893" y="10355"/>
                </a:lnTo>
                <a:lnTo>
                  <a:pt x="10674" y="10233"/>
                </a:lnTo>
                <a:lnTo>
                  <a:pt x="10503" y="10087"/>
                </a:lnTo>
                <a:lnTo>
                  <a:pt x="10429" y="10013"/>
                </a:lnTo>
                <a:lnTo>
                  <a:pt x="10356" y="9891"/>
                </a:lnTo>
                <a:lnTo>
                  <a:pt x="10234" y="9598"/>
                </a:lnTo>
                <a:lnTo>
                  <a:pt x="10161" y="9281"/>
                </a:lnTo>
                <a:lnTo>
                  <a:pt x="10112" y="8963"/>
                </a:lnTo>
                <a:lnTo>
                  <a:pt x="10136" y="8792"/>
                </a:lnTo>
                <a:lnTo>
                  <a:pt x="10161" y="8621"/>
                </a:lnTo>
                <a:lnTo>
                  <a:pt x="10258" y="8279"/>
                </a:lnTo>
                <a:lnTo>
                  <a:pt x="10332" y="8108"/>
                </a:lnTo>
                <a:lnTo>
                  <a:pt x="10405" y="7962"/>
                </a:lnTo>
                <a:lnTo>
                  <a:pt x="10503" y="7815"/>
                </a:lnTo>
                <a:lnTo>
                  <a:pt x="10600" y="7718"/>
                </a:lnTo>
                <a:lnTo>
                  <a:pt x="10796" y="7522"/>
                </a:lnTo>
                <a:lnTo>
                  <a:pt x="10991" y="7376"/>
                </a:lnTo>
                <a:lnTo>
                  <a:pt x="11162" y="7278"/>
                </a:lnTo>
                <a:lnTo>
                  <a:pt x="11260" y="7229"/>
                </a:lnTo>
                <a:lnTo>
                  <a:pt x="11431" y="7205"/>
                </a:lnTo>
                <a:lnTo>
                  <a:pt x="11504" y="7180"/>
                </a:lnTo>
                <a:lnTo>
                  <a:pt x="11553" y="7132"/>
                </a:lnTo>
                <a:lnTo>
                  <a:pt x="11626" y="7107"/>
                </a:lnTo>
                <a:lnTo>
                  <a:pt x="11724" y="7083"/>
                </a:lnTo>
                <a:lnTo>
                  <a:pt x="11870" y="7058"/>
                </a:lnTo>
                <a:lnTo>
                  <a:pt x="12188" y="7058"/>
                </a:lnTo>
                <a:lnTo>
                  <a:pt x="12359" y="7107"/>
                </a:lnTo>
                <a:lnTo>
                  <a:pt x="12481" y="7156"/>
                </a:lnTo>
                <a:lnTo>
                  <a:pt x="12603" y="7229"/>
                </a:lnTo>
                <a:lnTo>
                  <a:pt x="12676" y="7303"/>
                </a:lnTo>
                <a:lnTo>
                  <a:pt x="12774" y="7376"/>
                </a:lnTo>
                <a:lnTo>
                  <a:pt x="12896" y="7425"/>
                </a:lnTo>
                <a:lnTo>
                  <a:pt x="12969" y="7425"/>
                </a:lnTo>
                <a:lnTo>
                  <a:pt x="13140" y="7449"/>
                </a:lnTo>
                <a:lnTo>
                  <a:pt x="13213" y="7498"/>
                </a:lnTo>
                <a:lnTo>
                  <a:pt x="13262" y="7522"/>
                </a:lnTo>
                <a:lnTo>
                  <a:pt x="13311" y="7547"/>
                </a:lnTo>
                <a:lnTo>
                  <a:pt x="13360" y="7571"/>
                </a:lnTo>
                <a:lnTo>
                  <a:pt x="13409" y="7547"/>
                </a:lnTo>
                <a:lnTo>
                  <a:pt x="13458" y="7522"/>
                </a:lnTo>
                <a:lnTo>
                  <a:pt x="13507" y="7498"/>
                </a:lnTo>
                <a:lnTo>
                  <a:pt x="13580" y="7449"/>
                </a:lnTo>
                <a:lnTo>
                  <a:pt x="13726" y="7425"/>
                </a:lnTo>
                <a:lnTo>
                  <a:pt x="13897" y="7449"/>
                </a:lnTo>
                <a:lnTo>
                  <a:pt x="13971" y="7498"/>
                </a:lnTo>
                <a:lnTo>
                  <a:pt x="14019" y="7522"/>
                </a:lnTo>
                <a:lnTo>
                  <a:pt x="14093" y="7571"/>
                </a:lnTo>
                <a:lnTo>
                  <a:pt x="14190" y="7596"/>
                </a:lnTo>
                <a:lnTo>
                  <a:pt x="14337" y="7620"/>
                </a:lnTo>
                <a:lnTo>
                  <a:pt x="14654" y="7620"/>
                </a:lnTo>
                <a:lnTo>
                  <a:pt x="14801" y="7596"/>
                </a:lnTo>
                <a:lnTo>
                  <a:pt x="14899" y="7571"/>
                </a:lnTo>
                <a:lnTo>
                  <a:pt x="14972" y="7522"/>
                </a:lnTo>
                <a:lnTo>
                  <a:pt x="15021" y="7473"/>
                </a:lnTo>
                <a:lnTo>
                  <a:pt x="15045" y="7400"/>
                </a:lnTo>
                <a:lnTo>
                  <a:pt x="15070" y="7229"/>
                </a:lnTo>
                <a:lnTo>
                  <a:pt x="15070" y="7205"/>
                </a:lnTo>
                <a:lnTo>
                  <a:pt x="15045" y="7156"/>
                </a:lnTo>
                <a:lnTo>
                  <a:pt x="14948" y="7107"/>
                </a:lnTo>
                <a:lnTo>
                  <a:pt x="14825" y="7058"/>
                </a:lnTo>
                <a:lnTo>
                  <a:pt x="14679" y="7058"/>
                </a:lnTo>
                <a:lnTo>
                  <a:pt x="14532" y="7034"/>
                </a:lnTo>
                <a:lnTo>
                  <a:pt x="14361" y="6985"/>
                </a:lnTo>
                <a:lnTo>
                  <a:pt x="14215" y="6936"/>
                </a:lnTo>
                <a:lnTo>
                  <a:pt x="14117" y="6863"/>
                </a:lnTo>
                <a:lnTo>
                  <a:pt x="14019" y="6790"/>
                </a:lnTo>
                <a:lnTo>
                  <a:pt x="13922" y="6716"/>
                </a:lnTo>
                <a:lnTo>
                  <a:pt x="13824" y="6692"/>
                </a:lnTo>
                <a:lnTo>
                  <a:pt x="13726" y="6668"/>
                </a:lnTo>
                <a:lnTo>
                  <a:pt x="13653" y="6643"/>
                </a:lnTo>
                <a:lnTo>
                  <a:pt x="13555" y="6619"/>
                </a:lnTo>
                <a:lnTo>
                  <a:pt x="13458" y="6545"/>
                </a:lnTo>
                <a:lnTo>
                  <a:pt x="13360" y="6472"/>
                </a:lnTo>
                <a:lnTo>
                  <a:pt x="13287" y="6399"/>
                </a:lnTo>
                <a:lnTo>
                  <a:pt x="13189" y="6374"/>
                </a:lnTo>
                <a:lnTo>
                  <a:pt x="13116" y="6350"/>
                </a:lnTo>
                <a:lnTo>
                  <a:pt x="13067" y="6374"/>
                </a:lnTo>
                <a:lnTo>
                  <a:pt x="13018" y="6399"/>
                </a:lnTo>
                <a:lnTo>
                  <a:pt x="12945" y="6399"/>
                </a:lnTo>
                <a:lnTo>
                  <a:pt x="12872" y="6350"/>
                </a:lnTo>
                <a:lnTo>
                  <a:pt x="12774" y="6277"/>
                </a:lnTo>
                <a:lnTo>
                  <a:pt x="12701" y="6228"/>
                </a:lnTo>
                <a:lnTo>
                  <a:pt x="12627" y="6179"/>
                </a:lnTo>
                <a:lnTo>
                  <a:pt x="12505" y="6179"/>
                </a:lnTo>
                <a:lnTo>
                  <a:pt x="12456" y="6228"/>
                </a:lnTo>
                <a:lnTo>
                  <a:pt x="12383" y="6252"/>
                </a:lnTo>
                <a:lnTo>
                  <a:pt x="12212" y="6277"/>
                </a:lnTo>
                <a:lnTo>
                  <a:pt x="12114" y="6326"/>
                </a:lnTo>
                <a:lnTo>
                  <a:pt x="11968" y="6399"/>
                </a:lnTo>
                <a:lnTo>
                  <a:pt x="11797" y="6521"/>
                </a:lnTo>
                <a:lnTo>
                  <a:pt x="11650" y="6668"/>
                </a:lnTo>
                <a:lnTo>
                  <a:pt x="11479" y="6814"/>
                </a:lnTo>
                <a:lnTo>
                  <a:pt x="11309" y="6936"/>
                </a:lnTo>
                <a:lnTo>
                  <a:pt x="11186" y="7009"/>
                </a:lnTo>
                <a:lnTo>
                  <a:pt x="11064" y="7058"/>
                </a:lnTo>
                <a:lnTo>
                  <a:pt x="10918" y="7009"/>
                </a:lnTo>
                <a:lnTo>
                  <a:pt x="10844" y="6985"/>
                </a:lnTo>
                <a:lnTo>
                  <a:pt x="10796" y="6961"/>
                </a:lnTo>
                <a:lnTo>
                  <a:pt x="10747" y="6912"/>
                </a:lnTo>
                <a:lnTo>
                  <a:pt x="10722" y="6838"/>
                </a:lnTo>
                <a:lnTo>
                  <a:pt x="10698" y="6668"/>
                </a:lnTo>
                <a:lnTo>
                  <a:pt x="10722" y="6497"/>
                </a:lnTo>
                <a:lnTo>
                  <a:pt x="10747" y="6423"/>
                </a:lnTo>
                <a:lnTo>
                  <a:pt x="10796" y="6374"/>
                </a:lnTo>
                <a:lnTo>
                  <a:pt x="10844" y="6350"/>
                </a:lnTo>
                <a:lnTo>
                  <a:pt x="10967" y="6326"/>
                </a:lnTo>
                <a:lnTo>
                  <a:pt x="11113" y="6301"/>
                </a:lnTo>
                <a:lnTo>
                  <a:pt x="11260" y="6277"/>
                </a:lnTo>
                <a:lnTo>
                  <a:pt x="11406" y="6277"/>
                </a:lnTo>
                <a:lnTo>
                  <a:pt x="11528" y="6228"/>
                </a:lnTo>
                <a:lnTo>
                  <a:pt x="11602" y="6179"/>
                </a:lnTo>
                <a:lnTo>
                  <a:pt x="11626" y="6130"/>
                </a:lnTo>
                <a:lnTo>
                  <a:pt x="11650" y="6106"/>
                </a:lnTo>
                <a:lnTo>
                  <a:pt x="11602" y="5935"/>
                </a:lnTo>
                <a:lnTo>
                  <a:pt x="11577" y="5862"/>
                </a:lnTo>
                <a:lnTo>
                  <a:pt x="11553" y="5813"/>
                </a:lnTo>
                <a:lnTo>
                  <a:pt x="11504" y="5764"/>
                </a:lnTo>
                <a:lnTo>
                  <a:pt x="11504" y="5715"/>
                </a:lnTo>
                <a:lnTo>
                  <a:pt x="11504" y="5666"/>
                </a:lnTo>
                <a:lnTo>
                  <a:pt x="11553" y="5617"/>
                </a:lnTo>
                <a:lnTo>
                  <a:pt x="11602" y="5593"/>
                </a:lnTo>
                <a:lnTo>
                  <a:pt x="11675" y="5544"/>
                </a:lnTo>
                <a:lnTo>
                  <a:pt x="11821" y="5520"/>
                </a:lnTo>
                <a:lnTo>
                  <a:pt x="11919" y="5520"/>
                </a:lnTo>
                <a:lnTo>
                  <a:pt x="12017" y="5471"/>
                </a:lnTo>
                <a:lnTo>
                  <a:pt x="12114" y="5398"/>
                </a:lnTo>
                <a:lnTo>
                  <a:pt x="12212" y="5324"/>
                </a:lnTo>
                <a:lnTo>
                  <a:pt x="12285" y="5251"/>
                </a:lnTo>
                <a:lnTo>
                  <a:pt x="12359" y="5153"/>
                </a:lnTo>
                <a:lnTo>
                  <a:pt x="12383" y="5031"/>
                </a:lnTo>
                <a:lnTo>
                  <a:pt x="12408" y="4958"/>
                </a:lnTo>
                <a:lnTo>
                  <a:pt x="12383" y="4787"/>
                </a:lnTo>
                <a:lnTo>
                  <a:pt x="12334" y="4714"/>
                </a:lnTo>
                <a:lnTo>
                  <a:pt x="12310" y="4665"/>
                </a:lnTo>
                <a:lnTo>
                  <a:pt x="12310" y="4640"/>
                </a:lnTo>
                <a:lnTo>
                  <a:pt x="12310" y="4592"/>
                </a:lnTo>
                <a:lnTo>
                  <a:pt x="12383" y="4469"/>
                </a:lnTo>
                <a:lnTo>
                  <a:pt x="12505" y="4298"/>
                </a:lnTo>
                <a:lnTo>
                  <a:pt x="12701" y="4103"/>
                </a:lnTo>
                <a:lnTo>
                  <a:pt x="12798" y="4005"/>
                </a:lnTo>
                <a:lnTo>
                  <a:pt x="12945" y="3908"/>
                </a:lnTo>
                <a:lnTo>
                  <a:pt x="13091" y="3834"/>
                </a:lnTo>
                <a:lnTo>
                  <a:pt x="13262" y="3761"/>
                </a:lnTo>
                <a:lnTo>
                  <a:pt x="13604" y="3663"/>
                </a:lnTo>
                <a:lnTo>
                  <a:pt x="13775" y="3639"/>
                </a:lnTo>
                <a:lnTo>
                  <a:pt x="13922" y="3615"/>
                </a:lnTo>
                <a:close/>
                <a:moveTo>
                  <a:pt x="6888" y="2467"/>
                </a:moveTo>
                <a:lnTo>
                  <a:pt x="6986" y="2491"/>
                </a:lnTo>
                <a:lnTo>
                  <a:pt x="7083" y="2516"/>
                </a:lnTo>
                <a:lnTo>
                  <a:pt x="7132" y="2540"/>
                </a:lnTo>
                <a:lnTo>
                  <a:pt x="7181" y="2589"/>
                </a:lnTo>
                <a:lnTo>
                  <a:pt x="7181" y="2638"/>
                </a:lnTo>
                <a:lnTo>
                  <a:pt x="7181" y="2711"/>
                </a:lnTo>
                <a:lnTo>
                  <a:pt x="7132" y="2784"/>
                </a:lnTo>
                <a:lnTo>
                  <a:pt x="7083" y="2858"/>
                </a:lnTo>
                <a:lnTo>
                  <a:pt x="6937" y="3028"/>
                </a:lnTo>
                <a:lnTo>
                  <a:pt x="6864" y="3175"/>
                </a:lnTo>
                <a:lnTo>
                  <a:pt x="6839" y="3322"/>
                </a:lnTo>
                <a:lnTo>
                  <a:pt x="6864" y="3395"/>
                </a:lnTo>
                <a:lnTo>
                  <a:pt x="6888" y="3419"/>
                </a:lnTo>
                <a:lnTo>
                  <a:pt x="6961" y="3517"/>
                </a:lnTo>
                <a:lnTo>
                  <a:pt x="7010" y="3615"/>
                </a:lnTo>
                <a:lnTo>
                  <a:pt x="7059" y="3712"/>
                </a:lnTo>
                <a:lnTo>
                  <a:pt x="7083" y="3810"/>
                </a:lnTo>
                <a:lnTo>
                  <a:pt x="7059" y="3908"/>
                </a:lnTo>
                <a:lnTo>
                  <a:pt x="7010" y="4005"/>
                </a:lnTo>
                <a:lnTo>
                  <a:pt x="6961" y="4103"/>
                </a:lnTo>
                <a:lnTo>
                  <a:pt x="6888" y="4201"/>
                </a:lnTo>
                <a:lnTo>
                  <a:pt x="6839" y="4225"/>
                </a:lnTo>
                <a:lnTo>
                  <a:pt x="6644" y="4225"/>
                </a:lnTo>
                <a:lnTo>
                  <a:pt x="6473" y="4128"/>
                </a:lnTo>
                <a:lnTo>
                  <a:pt x="6302" y="4005"/>
                </a:lnTo>
                <a:lnTo>
                  <a:pt x="6155" y="3859"/>
                </a:lnTo>
                <a:lnTo>
                  <a:pt x="5984" y="3786"/>
                </a:lnTo>
                <a:lnTo>
                  <a:pt x="5838" y="3761"/>
                </a:lnTo>
                <a:lnTo>
                  <a:pt x="5789" y="3786"/>
                </a:lnTo>
                <a:lnTo>
                  <a:pt x="5740" y="3810"/>
                </a:lnTo>
                <a:lnTo>
                  <a:pt x="5642" y="3883"/>
                </a:lnTo>
                <a:lnTo>
                  <a:pt x="5545" y="3957"/>
                </a:lnTo>
                <a:lnTo>
                  <a:pt x="5447" y="3981"/>
                </a:lnTo>
                <a:lnTo>
                  <a:pt x="5349" y="4005"/>
                </a:lnTo>
                <a:lnTo>
                  <a:pt x="5203" y="4030"/>
                </a:lnTo>
                <a:lnTo>
                  <a:pt x="5129" y="4054"/>
                </a:lnTo>
                <a:lnTo>
                  <a:pt x="5081" y="4103"/>
                </a:lnTo>
                <a:lnTo>
                  <a:pt x="5032" y="4128"/>
                </a:lnTo>
                <a:lnTo>
                  <a:pt x="4959" y="4152"/>
                </a:lnTo>
                <a:lnTo>
                  <a:pt x="4788" y="4201"/>
                </a:lnTo>
                <a:lnTo>
                  <a:pt x="4690" y="4201"/>
                </a:lnTo>
                <a:lnTo>
                  <a:pt x="4592" y="4250"/>
                </a:lnTo>
                <a:lnTo>
                  <a:pt x="4494" y="4298"/>
                </a:lnTo>
                <a:lnTo>
                  <a:pt x="4397" y="4372"/>
                </a:lnTo>
                <a:lnTo>
                  <a:pt x="4372" y="4421"/>
                </a:lnTo>
                <a:lnTo>
                  <a:pt x="4372" y="4494"/>
                </a:lnTo>
                <a:lnTo>
                  <a:pt x="4372" y="4616"/>
                </a:lnTo>
                <a:lnTo>
                  <a:pt x="4470" y="4787"/>
                </a:lnTo>
                <a:lnTo>
                  <a:pt x="4592" y="4958"/>
                </a:lnTo>
                <a:lnTo>
                  <a:pt x="4690" y="5031"/>
                </a:lnTo>
                <a:lnTo>
                  <a:pt x="4788" y="5056"/>
                </a:lnTo>
                <a:lnTo>
                  <a:pt x="4885" y="5080"/>
                </a:lnTo>
                <a:lnTo>
                  <a:pt x="5007" y="5080"/>
                </a:lnTo>
                <a:lnTo>
                  <a:pt x="5129" y="5056"/>
                </a:lnTo>
                <a:lnTo>
                  <a:pt x="5227" y="5007"/>
                </a:lnTo>
                <a:lnTo>
                  <a:pt x="5349" y="4933"/>
                </a:lnTo>
                <a:lnTo>
                  <a:pt x="5447" y="4860"/>
                </a:lnTo>
                <a:lnTo>
                  <a:pt x="5642" y="4665"/>
                </a:lnTo>
                <a:lnTo>
                  <a:pt x="5838" y="4518"/>
                </a:lnTo>
                <a:lnTo>
                  <a:pt x="6009" y="4421"/>
                </a:lnTo>
                <a:lnTo>
                  <a:pt x="6131" y="4372"/>
                </a:lnTo>
                <a:lnTo>
                  <a:pt x="6204" y="4396"/>
                </a:lnTo>
                <a:lnTo>
                  <a:pt x="6253" y="4445"/>
                </a:lnTo>
                <a:lnTo>
                  <a:pt x="6302" y="4494"/>
                </a:lnTo>
                <a:lnTo>
                  <a:pt x="6302" y="4567"/>
                </a:lnTo>
                <a:lnTo>
                  <a:pt x="6326" y="4640"/>
                </a:lnTo>
                <a:lnTo>
                  <a:pt x="6375" y="4714"/>
                </a:lnTo>
                <a:lnTo>
                  <a:pt x="6424" y="4738"/>
                </a:lnTo>
                <a:lnTo>
                  <a:pt x="6497" y="4763"/>
                </a:lnTo>
                <a:lnTo>
                  <a:pt x="6595" y="4787"/>
                </a:lnTo>
                <a:lnTo>
                  <a:pt x="6693" y="4811"/>
                </a:lnTo>
                <a:lnTo>
                  <a:pt x="6790" y="4885"/>
                </a:lnTo>
                <a:lnTo>
                  <a:pt x="6888" y="4958"/>
                </a:lnTo>
                <a:lnTo>
                  <a:pt x="6937" y="5031"/>
                </a:lnTo>
                <a:lnTo>
                  <a:pt x="6961" y="5153"/>
                </a:lnTo>
                <a:lnTo>
                  <a:pt x="6937" y="5251"/>
                </a:lnTo>
                <a:lnTo>
                  <a:pt x="6888" y="5324"/>
                </a:lnTo>
                <a:lnTo>
                  <a:pt x="6790" y="5398"/>
                </a:lnTo>
                <a:lnTo>
                  <a:pt x="6693" y="5471"/>
                </a:lnTo>
                <a:lnTo>
                  <a:pt x="6595" y="5520"/>
                </a:lnTo>
                <a:lnTo>
                  <a:pt x="6497" y="5520"/>
                </a:lnTo>
                <a:lnTo>
                  <a:pt x="6399" y="5544"/>
                </a:lnTo>
                <a:lnTo>
                  <a:pt x="6253" y="5642"/>
                </a:lnTo>
                <a:lnTo>
                  <a:pt x="6082" y="5764"/>
                </a:lnTo>
                <a:lnTo>
                  <a:pt x="5935" y="5910"/>
                </a:lnTo>
                <a:lnTo>
                  <a:pt x="5764" y="6057"/>
                </a:lnTo>
                <a:lnTo>
                  <a:pt x="5594" y="6179"/>
                </a:lnTo>
                <a:lnTo>
                  <a:pt x="5471" y="6252"/>
                </a:lnTo>
                <a:lnTo>
                  <a:pt x="5349" y="6277"/>
                </a:lnTo>
                <a:lnTo>
                  <a:pt x="5227" y="6326"/>
                </a:lnTo>
                <a:lnTo>
                  <a:pt x="5056" y="6448"/>
                </a:lnTo>
                <a:lnTo>
                  <a:pt x="4812" y="6643"/>
                </a:lnTo>
                <a:lnTo>
                  <a:pt x="4568" y="6887"/>
                </a:lnTo>
                <a:lnTo>
                  <a:pt x="4226" y="7229"/>
                </a:lnTo>
                <a:lnTo>
                  <a:pt x="4104" y="7327"/>
                </a:lnTo>
                <a:lnTo>
                  <a:pt x="3957" y="7449"/>
                </a:lnTo>
                <a:lnTo>
                  <a:pt x="3640" y="7644"/>
                </a:lnTo>
                <a:lnTo>
                  <a:pt x="3347" y="7767"/>
                </a:lnTo>
                <a:lnTo>
                  <a:pt x="3200" y="7791"/>
                </a:lnTo>
                <a:lnTo>
                  <a:pt x="3078" y="7815"/>
                </a:lnTo>
                <a:lnTo>
                  <a:pt x="2834" y="7815"/>
                </a:lnTo>
                <a:lnTo>
                  <a:pt x="2614" y="7864"/>
                </a:lnTo>
                <a:lnTo>
                  <a:pt x="2443" y="7938"/>
                </a:lnTo>
                <a:lnTo>
                  <a:pt x="2321" y="8011"/>
                </a:lnTo>
                <a:lnTo>
                  <a:pt x="2248" y="8084"/>
                </a:lnTo>
                <a:lnTo>
                  <a:pt x="2174" y="8182"/>
                </a:lnTo>
                <a:lnTo>
                  <a:pt x="2125" y="8279"/>
                </a:lnTo>
                <a:lnTo>
                  <a:pt x="2125" y="8377"/>
                </a:lnTo>
                <a:lnTo>
                  <a:pt x="2125" y="8475"/>
                </a:lnTo>
                <a:lnTo>
                  <a:pt x="2174" y="8573"/>
                </a:lnTo>
                <a:lnTo>
                  <a:pt x="2248" y="8670"/>
                </a:lnTo>
                <a:lnTo>
                  <a:pt x="2321" y="8768"/>
                </a:lnTo>
                <a:lnTo>
                  <a:pt x="2394" y="8841"/>
                </a:lnTo>
                <a:lnTo>
                  <a:pt x="2492" y="8890"/>
                </a:lnTo>
                <a:lnTo>
                  <a:pt x="2614" y="8939"/>
                </a:lnTo>
                <a:lnTo>
                  <a:pt x="2687" y="8939"/>
                </a:lnTo>
                <a:lnTo>
                  <a:pt x="2809" y="8988"/>
                </a:lnTo>
                <a:lnTo>
                  <a:pt x="2956" y="9085"/>
                </a:lnTo>
                <a:lnTo>
                  <a:pt x="3151" y="9232"/>
                </a:lnTo>
                <a:lnTo>
                  <a:pt x="3371" y="9427"/>
                </a:lnTo>
                <a:lnTo>
                  <a:pt x="3566" y="9623"/>
                </a:lnTo>
                <a:lnTo>
                  <a:pt x="3762" y="9769"/>
                </a:lnTo>
                <a:lnTo>
                  <a:pt x="3908" y="9867"/>
                </a:lnTo>
                <a:lnTo>
                  <a:pt x="4030" y="9891"/>
                </a:lnTo>
                <a:lnTo>
                  <a:pt x="4177" y="9867"/>
                </a:lnTo>
                <a:lnTo>
                  <a:pt x="4250" y="9843"/>
                </a:lnTo>
                <a:lnTo>
                  <a:pt x="4324" y="9818"/>
                </a:lnTo>
                <a:lnTo>
                  <a:pt x="4372" y="9769"/>
                </a:lnTo>
                <a:lnTo>
                  <a:pt x="4494" y="9745"/>
                </a:lnTo>
                <a:lnTo>
                  <a:pt x="4641" y="9720"/>
                </a:lnTo>
                <a:lnTo>
                  <a:pt x="4959" y="9720"/>
                </a:lnTo>
                <a:lnTo>
                  <a:pt x="5105" y="9769"/>
                </a:lnTo>
                <a:lnTo>
                  <a:pt x="5252" y="9818"/>
                </a:lnTo>
                <a:lnTo>
                  <a:pt x="5349" y="9916"/>
                </a:lnTo>
                <a:lnTo>
                  <a:pt x="5447" y="9989"/>
                </a:lnTo>
                <a:lnTo>
                  <a:pt x="5545" y="10038"/>
                </a:lnTo>
                <a:lnTo>
                  <a:pt x="5642" y="10087"/>
                </a:lnTo>
                <a:lnTo>
                  <a:pt x="5740" y="10087"/>
                </a:lnTo>
                <a:lnTo>
                  <a:pt x="5838" y="10136"/>
                </a:lnTo>
                <a:lnTo>
                  <a:pt x="5984" y="10209"/>
                </a:lnTo>
                <a:lnTo>
                  <a:pt x="6155" y="10331"/>
                </a:lnTo>
                <a:lnTo>
                  <a:pt x="6302" y="10478"/>
                </a:lnTo>
                <a:lnTo>
                  <a:pt x="6473" y="10624"/>
                </a:lnTo>
                <a:lnTo>
                  <a:pt x="6644" y="10746"/>
                </a:lnTo>
                <a:lnTo>
                  <a:pt x="6790" y="10819"/>
                </a:lnTo>
                <a:lnTo>
                  <a:pt x="6888" y="10844"/>
                </a:lnTo>
                <a:lnTo>
                  <a:pt x="6961" y="10868"/>
                </a:lnTo>
                <a:lnTo>
                  <a:pt x="7083" y="10917"/>
                </a:lnTo>
                <a:lnTo>
                  <a:pt x="7181" y="10966"/>
                </a:lnTo>
                <a:lnTo>
                  <a:pt x="7254" y="11039"/>
                </a:lnTo>
                <a:lnTo>
                  <a:pt x="7352" y="11113"/>
                </a:lnTo>
                <a:lnTo>
                  <a:pt x="7450" y="11186"/>
                </a:lnTo>
                <a:lnTo>
                  <a:pt x="7547" y="11210"/>
                </a:lnTo>
                <a:lnTo>
                  <a:pt x="7645" y="11235"/>
                </a:lnTo>
                <a:lnTo>
                  <a:pt x="7743" y="11259"/>
                </a:lnTo>
                <a:lnTo>
                  <a:pt x="7840" y="11283"/>
                </a:lnTo>
                <a:lnTo>
                  <a:pt x="7938" y="11357"/>
                </a:lnTo>
                <a:lnTo>
                  <a:pt x="8036" y="11430"/>
                </a:lnTo>
                <a:lnTo>
                  <a:pt x="8109" y="11528"/>
                </a:lnTo>
                <a:lnTo>
                  <a:pt x="8158" y="11625"/>
                </a:lnTo>
                <a:lnTo>
                  <a:pt x="8207" y="11723"/>
                </a:lnTo>
                <a:lnTo>
                  <a:pt x="8207" y="11796"/>
                </a:lnTo>
                <a:lnTo>
                  <a:pt x="8207" y="11894"/>
                </a:lnTo>
                <a:lnTo>
                  <a:pt x="8158" y="11992"/>
                </a:lnTo>
                <a:lnTo>
                  <a:pt x="8109" y="12089"/>
                </a:lnTo>
                <a:lnTo>
                  <a:pt x="8036" y="12187"/>
                </a:lnTo>
                <a:lnTo>
                  <a:pt x="7963" y="12285"/>
                </a:lnTo>
                <a:lnTo>
                  <a:pt x="7889" y="12383"/>
                </a:lnTo>
                <a:lnTo>
                  <a:pt x="7840" y="12480"/>
                </a:lnTo>
                <a:lnTo>
                  <a:pt x="7840" y="12578"/>
                </a:lnTo>
                <a:lnTo>
                  <a:pt x="7816" y="12676"/>
                </a:lnTo>
                <a:lnTo>
                  <a:pt x="7718" y="12822"/>
                </a:lnTo>
                <a:lnTo>
                  <a:pt x="7596" y="12969"/>
                </a:lnTo>
                <a:lnTo>
                  <a:pt x="7450" y="13140"/>
                </a:lnTo>
                <a:lnTo>
                  <a:pt x="7303" y="13311"/>
                </a:lnTo>
                <a:lnTo>
                  <a:pt x="7181" y="13457"/>
                </a:lnTo>
                <a:lnTo>
                  <a:pt x="7108" y="13604"/>
                </a:lnTo>
                <a:lnTo>
                  <a:pt x="7083" y="13701"/>
                </a:lnTo>
                <a:lnTo>
                  <a:pt x="7034" y="13823"/>
                </a:lnTo>
                <a:lnTo>
                  <a:pt x="6961" y="13970"/>
                </a:lnTo>
                <a:lnTo>
                  <a:pt x="6839" y="14117"/>
                </a:lnTo>
                <a:lnTo>
                  <a:pt x="6693" y="14288"/>
                </a:lnTo>
                <a:lnTo>
                  <a:pt x="6546" y="14434"/>
                </a:lnTo>
                <a:lnTo>
                  <a:pt x="6424" y="14605"/>
                </a:lnTo>
                <a:lnTo>
                  <a:pt x="6351" y="14752"/>
                </a:lnTo>
                <a:lnTo>
                  <a:pt x="6302" y="14849"/>
                </a:lnTo>
                <a:lnTo>
                  <a:pt x="6277" y="14947"/>
                </a:lnTo>
                <a:lnTo>
                  <a:pt x="6229" y="15069"/>
                </a:lnTo>
                <a:lnTo>
                  <a:pt x="6131" y="15216"/>
                </a:lnTo>
                <a:lnTo>
                  <a:pt x="6033" y="15338"/>
                </a:lnTo>
                <a:lnTo>
                  <a:pt x="5911" y="15460"/>
                </a:lnTo>
                <a:lnTo>
                  <a:pt x="5813" y="15582"/>
                </a:lnTo>
                <a:lnTo>
                  <a:pt x="5764" y="15704"/>
                </a:lnTo>
                <a:lnTo>
                  <a:pt x="5740" y="15802"/>
                </a:lnTo>
                <a:lnTo>
                  <a:pt x="5764" y="15973"/>
                </a:lnTo>
                <a:lnTo>
                  <a:pt x="5789" y="16046"/>
                </a:lnTo>
                <a:lnTo>
                  <a:pt x="5838" y="16095"/>
                </a:lnTo>
                <a:lnTo>
                  <a:pt x="5862" y="16144"/>
                </a:lnTo>
                <a:lnTo>
                  <a:pt x="5911" y="16217"/>
                </a:lnTo>
                <a:lnTo>
                  <a:pt x="5935" y="16388"/>
                </a:lnTo>
                <a:lnTo>
                  <a:pt x="5911" y="16461"/>
                </a:lnTo>
                <a:lnTo>
                  <a:pt x="5862" y="16510"/>
                </a:lnTo>
                <a:lnTo>
                  <a:pt x="5813" y="16559"/>
                </a:lnTo>
                <a:lnTo>
                  <a:pt x="5642" y="16559"/>
                </a:lnTo>
                <a:lnTo>
                  <a:pt x="5545" y="16510"/>
                </a:lnTo>
                <a:lnTo>
                  <a:pt x="5447" y="16461"/>
                </a:lnTo>
                <a:lnTo>
                  <a:pt x="5349" y="16388"/>
                </a:lnTo>
                <a:lnTo>
                  <a:pt x="5276" y="16266"/>
                </a:lnTo>
                <a:lnTo>
                  <a:pt x="5227" y="16119"/>
                </a:lnTo>
                <a:lnTo>
                  <a:pt x="5178" y="15973"/>
                </a:lnTo>
                <a:lnTo>
                  <a:pt x="5178" y="15802"/>
                </a:lnTo>
                <a:lnTo>
                  <a:pt x="5154" y="15655"/>
                </a:lnTo>
                <a:lnTo>
                  <a:pt x="5105" y="15484"/>
                </a:lnTo>
                <a:lnTo>
                  <a:pt x="5056" y="15338"/>
                </a:lnTo>
                <a:lnTo>
                  <a:pt x="4983" y="15240"/>
                </a:lnTo>
                <a:lnTo>
                  <a:pt x="4934" y="15191"/>
                </a:lnTo>
                <a:lnTo>
                  <a:pt x="4910" y="15093"/>
                </a:lnTo>
                <a:lnTo>
                  <a:pt x="4836" y="14849"/>
                </a:lnTo>
                <a:lnTo>
                  <a:pt x="4812" y="14556"/>
                </a:lnTo>
                <a:lnTo>
                  <a:pt x="4788" y="14214"/>
                </a:lnTo>
                <a:lnTo>
                  <a:pt x="4788" y="13970"/>
                </a:lnTo>
                <a:lnTo>
                  <a:pt x="4788" y="13799"/>
                </a:lnTo>
                <a:lnTo>
                  <a:pt x="4739" y="13604"/>
                </a:lnTo>
                <a:lnTo>
                  <a:pt x="4714" y="13433"/>
                </a:lnTo>
                <a:lnTo>
                  <a:pt x="4641" y="13237"/>
                </a:lnTo>
                <a:lnTo>
                  <a:pt x="4568" y="13066"/>
                </a:lnTo>
                <a:lnTo>
                  <a:pt x="4494" y="12920"/>
                </a:lnTo>
                <a:lnTo>
                  <a:pt x="4397" y="12773"/>
                </a:lnTo>
                <a:lnTo>
                  <a:pt x="4324" y="12676"/>
                </a:lnTo>
                <a:lnTo>
                  <a:pt x="4128" y="12456"/>
                </a:lnTo>
                <a:lnTo>
                  <a:pt x="3982" y="12260"/>
                </a:lnTo>
                <a:lnTo>
                  <a:pt x="3884" y="12114"/>
                </a:lnTo>
                <a:lnTo>
                  <a:pt x="3835" y="11992"/>
                </a:lnTo>
                <a:lnTo>
                  <a:pt x="3811" y="11845"/>
                </a:lnTo>
                <a:lnTo>
                  <a:pt x="3786" y="11772"/>
                </a:lnTo>
                <a:lnTo>
                  <a:pt x="3737" y="11723"/>
                </a:lnTo>
                <a:lnTo>
                  <a:pt x="3713" y="11650"/>
                </a:lnTo>
                <a:lnTo>
                  <a:pt x="3664" y="11528"/>
                </a:lnTo>
                <a:lnTo>
                  <a:pt x="3664" y="11381"/>
                </a:lnTo>
                <a:lnTo>
                  <a:pt x="3640" y="11235"/>
                </a:lnTo>
                <a:lnTo>
                  <a:pt x="3664" y="11088"/>
                </a:lnTo>
                <a:lnTo>
                  <a:pt x="3664" y="10942"/>
                </a:lnTo>
                <a:lnTo>
                  <a:pt x="3713" y="10819"/>
                </a:lnTo>
                <a:lnTo>
                  <a:pt x="3737" y="10771"/>
                </a:lnTo>
                <a:lnTo>
                  <a:pt x="3786" y="10697"/>
                </a:lnTo>
                <a:lnTo>
                  <a:pt x="3811" y="10648"/>
                </a:lnTo>
                <a:lnTo>
                  <a:pt x="3835" y="10478"/>
                </a:lnTo>
                <a:lnTo>
                  <a:pt x="3811" y="10307"/>
                </a:lnTo>
                <a:lnTo>
                  <a:pt x="3786" y="10233"/>
                </a:lnTo>
                <a:lnTo>
                  <a:pt x="3737" y="10184"/>
                </a:lnTo>
                <a:lnTo>
                  <a:pt x="3689" y="10160"/>
                </a:lnTo>
                <a:lnTo>
                  <a:pt x="3615" y="10111"/>
                </a:lnTo>
                <a:lnTo>
                  <a:pt x="3444" y="10087"/>
                </a:lnTo>
                <a:lnTo>
                  <a:pt x="3347" y="10062"/>
                </a:lnTo>
                <a:lnTo>
                  <a:pt x="3200" y="9989"/>
                </a:lnTo>
                <a:lnTo>
                  <a:pt x="3054" y="9867"/>
                </a:lnTo>
                <a:lnTo>
                  <a:pt x="2883" y="9720"/>
                </a:lnTo>
                <a:lnTo>
                  <a:pt x="2712" y="9574"/>
                </a:lnTo>
                <a:lnTo>
                  <a:pt x="2565" y="9452"/>
                </a:lnTo>
                <a:lnTo>
                  <a:pt x="2419" y="9354"/>
                </a:lnTo>
                <a:lnTo>
                  <a:pt x="2321" y="9330"/>
                </a:lnTo>
                <a:lnTo>
                  <a:pt x="2199" y="9281"/>
                </a:lnTo>
                <a:lnTo>
                  <a:pt x="2003" y="9159"/>
                </a:lnTo>
                <a:lnTo>
                  <a:pt x="1784" y="8988"/>
                </a:lnTo>
                <a:lnTo>
                  <a:pt x="1539" y="8768"/>
                </a:lnTo>
                <a:lnTo>
                  <a:pt x="1246" y="8402"/>
                </a:lnTo>
                <a:lnTo>
                  <a:pt x="1078" y="8185"/>
                </a:lnTo>
                <a:lnTo>
                  <a:pt x="1124" y="7840"/>
                </a:lnTo>
                <a:lnTo>
                  <a:pt x="1197" y="7473"/>
                </a:lnTo>
                <a:lnTo>
                  <a:pt x="1295" y="7132"/>
                </a:lnTo>
                <a:lnTo>
                  <a:pt x="1393" y="6790"/>
                </a:lnTo>
                <a:lnTo>
                  <a:pt x="1515" y="6448"/>
                </a:lnTo>
                <a:lnTo>
                  <a:pt x="1637" y="6106"/>
                </a:lnTo>
                <a:lnTo>
                  <a:pt x="1784" y="5788"/>
                </a:lnTo>
                <a:lnTo>
                  <a:pt x="1954" y="5471"/>
                </a:lnTo>
                <a:lnTo>
                  <a:pt x="2125" y="5153"/>
                </a:lnTo>
                <a:lnTo>
                  <a:pt x="2296" y="4860"/>
                </a:lnTo>
                <a:lnTo>
                  <a:pt x="2516" y="4567"/>
                </a:lnTo>
                <a:lnTo>
                  <a:pt x="2712" y="4298"/>
                </a:lnTo>
                <a:lnTo>
                  <a:pt x="3151" y="3737"/>
                </a:lnTo>
                <a:lnTo>
                  <a:pt x="3664" y="3248"/>
                </a:lnTo>
                <a:lnTo>
                  <a:pt x="4079" y="3248"/>
                </a:lnTo>
                <a:lnTo>
                  <a:pt x="4299" y="3297"/>
                </a:lnTo>
                <a:lnTo>
                  <a:pt x="4470" y="3346"/>
                </a:lnTo>
                <a:lnTo>
                  <a:pt x="4592" y="3419"/>
                </a:lnTo>
                <a:lnTo>
                  <a:pt x="4690" y="3493"/>
                </a:lnTo>
                <a:lnTo>
                  <a:pt x="4788" y="3517"/>
                </a:lnTo>
                <a:lnTo>
                  <a:pt x="4885" y="3493"/>
                </a:lnTo>
                <a:lnTo>
                  <a:pt x="4983" y="3419"/>
                </a:lnTo>
                <a:lnTo>
                  <a:pt x="5056" y="3346"/>
                </a:lnTo>
                <a:lnTo>
                  <a:pt x="5178" y="3297"/>
                </a:lnTo>
                <a:lnTo>
                  <a:pt x="5276" y="3248"/>
                </a:lnTo>
                <a:lnTo>
                  <a:pt x="5349" y="3248"/>
                </a:lnTo>
                <a:lnTo>
                  <a:pt x="5471" y="3199"/>
                </a:lnTo>
                <a:lnTo>
                  <a:pt x="5594" y="3126"/>
                </a:lnTo>
                <a:lnTo>
                  <a:pt x="5764" y="3004"/>
                </a:lnTo>
                <a:lnTo>
                  <a:pt x="5935" y="2858"/>
                </a:lnTo>
                <a:lnTo>
                  <a:pt x="6131" y="2711"/>
                </a:lnTo>
                <a:lnTo>
                  <a:pt x="6375" y="2589"/>
                </a:lnTo>
                <a:lnTo>
                  <a:pt x="6619" y="2516"/>
                </a:lnTo>
                <a:lnTo>
                  <a:pt x="6888" y="2467"/>
                </a:lnTo>
                <a:close/>
                <a:moveTo>
                  <a:pt x="9379" y="0"/>
                </a:moveTo>
                <a:lnTo>
                  <a:pt x="8891" y="24"/>
                </a:lnTo>
                <a:lnTo>
                  <a:pt x="8427" y="49"/>
                </a:lnTo>
                <a:lnTo>
                  <a:pt x="7963" y="122"/>
                </a:lnTo>
                <a:lnTo>
                  <a:pt x="7499" y="195"/>
                </a:lnTo>
                <a:lnTo>
                  <a:pt x="7034" y="293"/>
                </a:lnTo>
                <a:lnTo>
                  <a:pt x="6595" y="440"/>
                </a:lnTo>
                <a:lnTo>
                  <a:pt x="6155" y="586"/>
                </a:lnTo>
                <a:lnTo>
                  <a:pt x="5740" y="733"/>
                </a:lnTo>
                <a:lnTo>
                  <a:pt x="5325" y="928"/>
                </a:lnTo>
                <a:lnTo>
                  <a:pt x="4910" y="1148"/>
                </a:lnTo>
                <a:lnTo>
                  <a:pt x="4519" y="1368"/>
                </a:lnTo>
                <a:lnTo>
                  <a:pt x="4128" y="1612"/>
                </a:lnTo>
                <a:lnTo>
                  <a:pt x="3762" y="1881"/>
                </a:lnTo>
                <a:lnTo>
                  <a:pt x="3420" y="2149"/>
                </a:lnTo>
                <a:lnTo>
                  <a:pt x="3078" y="2442"/>
                </a:lnTo>
                <a:lnTo>
                  <a:pt x="2760" y="2760"/>
                </a:lnTo>
                <a:lnTo>
                  <a:pt x="2443" y="3077"/>
                </a:lnTo>
                <a:lnTo>
                  <a:pt x="2150" y="3419"/>
                </a:lnTo>
                <a:lnTo>
                  <a:pt x="1881" y="3761"/>
                </a:lnTo>
                <a:lnTo>
                  <a:pt x="1613" y="4128"/>
                </a:lnTo>
                <a:lnTo>
                  <a:pt x="1368" y="4518"/>
                </a:lnTo>
                <a:lnTo>
                  <a:pt x="1149" y="4909"/>
                </a:lnTo>
                <a:lnTo>
                  <a:pt x="929" y="5324"/>
                </a:lnTo>
                <a:lnTo>
                  <a:pt x="733" y="5739"/>
                </a:lnTo>
                <a:lnTo>
                  <a:pt x="587" y="6155"/>
                </a:lnTo>
                <a:lnTo>
                  <a:pt x="440" y="6594"/>
                </a:lnTo>
                <a:lnTo>
                  <a:pt x="294" y="7034"/>
                </a:lnTo>
                <a:lnTo>
                  <a:pt x="196" y="7498"/>
                </a:lnTo>
                <a:lnTo>
                  <a:pt x="123" y="7962"/>
                </a:lnTo>
                <a:lnTo>
                  <a:pt x="49" y="8426"/>
                </a:lnTo>
                <a:lnTo>
                  <a:pt x="25" y="8890"/>
                </a:lnTo>
                <a:lnTo>
                  <a:pt x="1" y="9378"/>
                </a:lnTo>
                <a:lnTo>
                  <a:pt x="25" y="9867"/>
                </a:lnTo>
                <a:lnTo>
                  <a:pt x="49" y="10331"/>
                </a:lnTo>
                <a:lnTo>
                  <a:pt x="123" y="10795"/>
                </a:lnTo>
                <a:lnTo>
                  <a:pt x="196" y="11259"/>
                </a:lnTo>
                <a:lnTo>
                  <a:pt x="294" y="11723"/>
                </a:lnTo>
                <a:lnTo>
                  <a:pt x="440" y="12163"/>
                </a:lnTo>
                <a:lnTo>
                  <a:pt x="587" y="12602"/>
                </a:lnTo>
                <a:lnTo>
                  <a:pt x="733" y="13018"/>
                </a:lnTo>
                <a:lnTo>
                  <a:pt x="929" y="13433"/>
                </a:lnTo>
                <a:lnTo>
                  <a:pt x="1149" y="13848"/>
                </a:lnTo>
                <a:lnTo>
                  <a:pt x="1368" y="14239"/>
                </a:lnTo>
                <a:lnTo>
                  <a:pt x="1613" y="14629"/>
                </a:lnTo>
                <a:lnTo>
                  <a:pt x="1881" y="14996"/>
                </a:lnTo>
                <a:lnTo>
                  <a:pt x="2150" y="15338"/>
                </a:lnTo>
                <a:lnTo>
                  <a:pt x="2443" y="15680"/>
                </a:lnTo>
                <a:lnTo>
                  <a:pt x="2760" y="15997"/>
                </a:lnTo>
                <a:lnTo>
                  <a:pt x="3078" y="16315"/>
                </a:lnTo>
                <a:lnTo>
                  <a:pt x="3420" y="16608"/>
                </a:lnTo>
                <a:lnTo>
                  <a:pt x="3762" y="16876"/>
                </a:lnTo>
                <a:lnTo>
                  <a:pt x="4128" y="17145"/>
                </a:lnTo>
                <a:lnTo>
                  <a:pt x="4519" y="17389"/>
                </a:lnTo>
                <a:lnTo>
                  <a:pt x="4910" y="17609"/>
                </a:lnTo>
                <a:lnTo>
                  <a:pt x="5325" y="17829"/>
                </a:lnTo>
                <a:lnTo>
                  <a:pt x="5740" y="18024"/>
                </a:lnTo>
                <a:lnTo>
                  <a:pt x="6155" y="18171"/>
                </a:lnTo>
                <a:lnTo>
                  <a:pt x="6595" y="18317"/>
                </a:lnTo>
                <a:lnTo>
                  <a:pt x="7034" y="18464"/>
                </a:lnTo>
                <a:lnTo>
                  <a:pt x="7499" y="18562"/>
                </a:lnTo>
                <a:lnTo>
                  <a:pt x="7963" y="18635"/>
                </a:lnTo>
                <a:lnTo>
                  <a:pt x="8427" y="18708"/>
                </a:lnTo>
                <a:lnTo>
                  <a:pt x="8891" y="18733"/>
                </a:lnTo>
                <a:lnTo>
                  <a:pt x="9379" y="18757"/>
                </a:lnTo>
                <a:lnTo>
                  <a:pt x="9868" y="18733"/>
                </a:lnTo>
                <a:lnTo>
                  <a:pt x="10332" y="18708"/>
                </a:lnTo>
                <a:lnTo>
                  <a:pt x="10796" y="18635"/>
                </a:lnTo>
                <a:lnTo>
                  <a:pt x="11260" y="18562"/>
                </a:lnTo>
                <a:lnTo>
                  <a:pt x="11724" y="18464"/>
                </a:lnTo>
                <a:lnTo>
                  <a:pt x="12163" y="18317"/>
                </a:lnTo>
                <a:lnTo>
                  <a:pt x="12603" y="18171"/>
                </a:lnTo>
                <a:lnTo>
                  <a:pt x="13018" y="18024"/>
                </a:lnTo>
                <a:lnTo>
                  <a:pt x="13433" y="17829"/>
                </a:lnTo>
                <a:lnTo>
                  <a:pt x="13848" y="17609"/>
                </a:lnTo>
                <a:lnTo>
                  <a:pt x="14239" y="17389"/>
                </a:lnTo>
                <a:lnTo>
                  <a:pt x="14630" y="17145"/>
                </a:lnTo>
                <a:lnTo>
                  <a:pt x="14996" y="16876"/>
                </a:lnTo>
                <a:lnTo>
                  <a:pt x="15338" y="16608"/>
                </a:lnTo>
                <a:lnTo>
                  <a:pt x="15680" y="16315"/>
                </a:lnTo>
                <a:lnTo>
                  <a:pt x="15998" y="15997"/>
                </a:lnTo>
                <a:lnTo>
                  <a:pt x="16315" y="15680"/>
                </a:lnTo>
                <a:lnTo>
                  <a:pt x="16608" y="15338"/>
                </a:lnTo>
                <a:lnTo>
                  <a:pt x="16877" y="14996"/>
                </a:lnTo>
                <a:lnTo>
                  <a:pt x="17146" y="14629"/>
                </a:lnTo>
                <a:lnTo>
                  <a:pt x="17390" y="14239"/>
                </a:lnTo>
                <a:lnTo>
                  <a:pt x="17610" y="13848"/>
                </a:lnTo>
                <a:lnTo>
                  <a:pt x="17829" y="13433"/>
                </a:lnTo>
                <a:lnTo>
                  <a:pt x="18025" y="13018"/>
                </a:lnTo>
                <a:lnTo>
                  <a:pt x="18171" y="12602"/>
                </a:lnTo>
                <a:lnTo>
                  <a:pt x="18318" y="12163"/>
                </a:lnTo>
                <a:lnTo>
                  <a:pt x="18464" y="11723"/>
                </a:lnTo>
                <a:lnTo>
                  <a:pt x="18562" y="11259"/>
                </a:lnTo>
                <a:lnTo>
                  <a:pt x="18635" y="10795"/>
                </a:lnTo>
                <a:lnTo>
                  <a:pt x="18709" y="10331"/>
                </a:lnTo>
                <a:lnTo>
                  <a:pt x="18733" y="9867"/>
                </a:lnTo>
                <a:lnTo>
                  <a:pt x="18758" y="9378"/>
                </a:lnTo>
                <a:lnTo>
                  <a:pt x="18733" y="8890"/>
                </a:lnTo>
                <a:lnTo>
                  <a:pt x="18709" y="8426"/>
                </a:lnTo>
                <a:lnTo>
                  <a:pt x="18635" y="7962"/>
                </a:lnTo>
                <a:lnTo>
                  <a:pt x="18562" y="7498"/>
                </a:lnTo>
                <a:lnTo>
                  <a:pt x="18464" y="7034"/>
                </a:lnTo>
                <a:lnTo>
                  <a:pt x="18318" y="6594"/>
                </a:lnTo>
                <a:lnTo>
                  <a:pt x="18171" y="6155"/>
                </a:lnTo>
                <a:lnTo>
                  <a:pt x="18025" y="5739"/>
                </a:lnTo>
                <a:lnTo>
                  <a:pt x="17829" y="5324"/>
                </a:lnTo>
                <a:lnTo>
                  <a:pt x="17610" y="4909"/>
                </a:lnTo>
                <a:lnTo>
                  <a:pt x="17390" y="4518"/>
                </a:lnTo>
                <a:lnTo>
                  <a:pt x="17146" y="4128"/>
                </a:lnTo>
                <a:lnTo>
                  <a:pt x="16877" y="3761"/>
                </a:lnTo>
                <a:lnTo>
                  <a:pt x="16608" y="3419"/>
                </a:lnTo>
                <a:lnTo>
                  <a:pt x="16315" y="3077"/>
                </a:lnTo>
                <a:lnTo>
                  <a:pt x="15998" y="2760"/>
                </a:lnTo>
                <a:lnTo>
                  <a:pt x="15680" y="2442"/>
                </a:lnTo>
                <a:lnTo>
                  <a:pt x="15338" y="2149"/>
                </a:lnTo>
                <a:lnTo>
                  <a:pt x="14996" y="1881"/>
                </a:lnTo>
                <a:lnTo>
                  <a:pt x="14630" y="1612"/>
                </a:lnTo>
                <a:lnTo>
                  <a:pt x="14239" y="1368"/>
                </a:lnTo>
                <a:lnTo>
                  <a:pt x="13848" y="1148"/>
                </a:lnTo>
                <a:lnTo>
                  <a:pt x="13433" y="928"/>
                </a:lnTo>
                <a:lnTo>
                  <a:pt x="13018" y="733"/>
                </a:lnTo>
                <a:lnTo>
                  <a:pt x="12603" y="586"/>
                </a:lnTo>
                <a:lnTo>
                  <a:pt x="12163" y="440"/>
                </a:lnTo>
                <a:lnTo>
                  <a:pt x="11724" y="293"/>
                </a:lnTo>
                <a:lnTo>
                  <a:pt x="11260" y="195"/>
                </a:lnTo>
                <a:lnTo>
                  <a:pt x="10796" y="122"/>
                </a:lnTo>
                <a:lnTo>
                  <a:pt x="10332" y="49"/>
                </a:lnTo>
                <a:lnTo>
                  <a:pt x="9868" y="24"/>
                </a:lnTo>
                <a:lnTo>
                  <a:pt x="937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03" name="Google Shape;303;p41"/>
          <p:cNvGrpSpPr/>
          <p:nvPr/>
        </p:nvGrpSpPr>
        <p:grpSpPr>
          <a:xfrm>
            <a:off x="6931317" y="1443562"/>
            <a:ext cx="671511" cy="671549"/>
            <a:chOff x="570875" y="4322250"/>
            <a:chExt cx="443300" cy="443325"/>
          </a:xfrm>
        </p:grpSpPr>
        <p:sp>
          <p:nvSpPr>
            <p:cNvPr id="304" name="Google Shape;304;p41"/>
            <p:cNvSpPr/>
            <p:nvPr/>
          </p:nvSpPr>
          <p:spPr>
            <a:xfrm>
              <a:off x="570875" y="4322250"/>
              <a:ext cx="443300" cy="443325"/>
            </a:xfrm>
            <a:custGeom>
              <a:rect b="b" l="l" r="r" t="t"/>
              <a:pathLst>
                <a:path extrusionOk="0" h="17733" w="17732">
                  <a:moveTo>
                    <a:pt x="13091" y="2712"/>
                  </a:moveTo>
                  <a:lnTo>
                    <a:pt x="13286" y="2736"/>
                  </a:lnTo>
                  <a:lnTo>
                    <a:pt x="13506" y="2785"/>
                  </a:lnTo>
                  <a:lnTo>
                    <a:pt x="13702" y="2858"/>
                  </a:lnTo>
                  <a:lnTo>
                    <a:pt x="13873" y="2956"/>
                  </a:lnTo>
                  <a:lnTo>
                    <a:pt x="14068" y="3054"/>
                  </a:lnTo>
                  <a:lnTo>
                    <a:pt x="14239" y="3176"/>
                  </a:lnTo>
                  <a:lnTo>
                    <a:pt x="14410" y="3323"/>
                  </a:lnTo>
                  <a:lnTo>
                    <a:pt x="14556" y="3493"/>
                  </a:lnTo>
                  <a:lnTo>
                    <a:pt x="14679" y="3664"/>
                  </a:lnTo>
                  <a:lnTo>
                    <a:pt x="14776" y="3860"/>
                  </a:lnTo>
                  <a:lnTo>
                    <a:pt x="14874" y="4031"/>
                  </a:lnTo>
                  <a:lnTo>
                    <a:pt x="14947" y="4226"/>
                  </a:lnTo>
                  <a:lnTo>
                    <a:pt x="14996" y="4446"/>
                  </a:lnTo>
                  <a:lnTo>
                    <a:pt x="15021" y="4641"/>
                  </a:lnTo>
                  <a:lnTo>
                    <a:pt x="15021" y="4861"/>
                  </a:lnTo>
                  <a:lnTo>
                    <a:pt x="15021" y="5057"/>
                  </a:lnTo>
                  <a:lnTo>
                    <a:pt x="14996" y="5252"/>
                  </a:lnTo>
                  <a:lnTo>
                    <a:pt x="14947" y="5472"/>
                  </a:lnTo>
                  <a:lnTo>
                    <a:pt x="14874" y="5667"/>
                  </a:lnTo>
                  <a:lnTo>
                    <a:pt x="14776" y="5838"/>
                  </a:lnTo>
                  <a:lnTo>
                    <a:pt x="14679" y="6033"/>
                  </a:lnTo>
                  <a:lnTo>
                    <a:pt x="14556" y="6204"/>
                  </a:lnTo>
                  <a:lnTo>
                    <a:pt x="14410" y="6375"/>
                  </a:lnTo>
                  <a:lnTo>
                    <a:pt x="13433" y="7328"/>
                  </a:lnTo>
                  <a:lnTo>
                    <a:pt x="13311" y="7426"/>
                  </a:lnTo>
                  <a:lnTo>
                    <a:pt x="13189" y="7499"/>
                  </a:lnTo>
                  <a:lnTo>
                    <a:pt x="13042" y="7548"/>
                  </a:lnTo>
                  <a:lnTo>
                    <a:pt x="12871" y="7572"/>
                  </a:lnTo>
                  <a:lnTo>
                    <a:pt x="12725" y="7548"/>
                  </a:lnTo>
                  <a:lnTo>
                    <a:pt x="12578" y="7499"/>
                  </a:lnTo>
                  <a:lnTo>
                    <a:pt x="12456" y="7426"/>
                  </a:lnTo>
                  <a:lnTo>
                    <a:pt x="12334" y="7328"/>
                  </a:lnTo>
                  <a:lnTo>
                    <a:pt x="10405" y="5398"/>
                  </a:lnTo>
                  <a:lnTo>
                    <a:pt x="10307" y="5276"/>
                  </a:lnTo>
                  <a:lnTo>
                    <a:pt x="10234" y="5154"/>
                  </a:lnTo>
                  <a:lnTo>
                    <a:pt x="10185" y="5008"/>
                  </a:lnTo>
                  <a:lnTo>
                    <a:pt x="10160" y="4861"/>
                  </a:lnTo>
                  <a:lnTo>
                    <a:pt x="10185" y="4690"/>
                  </a:lnTo>
                  <a:lnTo>
                    <a:pt x="10234" y="4544"/>
                  </a:lnTo>
                  <a:lnTo>
                    <a:pt x="10307" y="4422"/>
                  </a:lnTo>
                  <a:lnTo>
                    <a:pt x="10405" y="4299"/>
                  </a:lnTo>
                  <a:lnTo>
                    <a:pt x="11357" y="3323"/>
                  </a:lnTo>
                  <a:lnTo>
                    <a:pt x="11528" y="3176"/>
                  </a:lnTo>
                  <a:lnTo>
                    <a:pt x="11699" y="3054"/>
                  </a:lnTo>
                  <a:lnTo>
                    <a:pt x="11894" y="2956"/>
                  </a:lnTo>
                  <a:lnTo>
                    <a:pt x="12065" y="2858"/>
                  </a:lnTo>
                  <a:lnTo>
                    <a:pt x="12261" y="2785"/>
                  </a:lnTo>
                  <a:lnTo>
                    <a:pt x="12481" y="2736"/>
                  </a:lnTo>
                  <a:lnTo>
                    <a:pt x="12676" y="2712"/>
                  </a:lnTo>
                  <a:close/>
                  <a:moveTo>
                    <a:pt x="8377" y="8867"/>
                  </a:moveTo>
                  <a:lnTo>
                    <a:pt x="8475" y="8891"/>
                  </a:lnTo>
                  <a:lnTo>
                    <a:pt x="8548" y="8915"/>
                  </a:lnTo>
                  <a:lnTo>
                    <a:pt x="8646" y="8964"/>
                  </a:lnTo>
                  <a:lnTo>
                    <a:pt x="8719" y="9013"/>
                  </a:lnTo>
                  <a:lnTo>
                    <a:pt x="8768" y="9086"/>
                  </a:lnTo>
                  <a:lnTo>
                    <a:pt x="8817" y="9184"/>
                  </a:lnTo>
                  <a:lnTo>
                    <a:pt x="8841" y="9257"/>
                  </a:lnTo>
                  <a:lnTo>
                    <a:pt x="8866" y="9355"/>
                  </a:lnTo>
                  <a:lnTo>
                    <a:pt x="8841" y="9453"/>
                  </a:lnTo>
                  <a:lnTo>
                    <a:pt x="8817" y="9550"/>
                  </a:lnTo>
                  <a:lnTo>
                    <a:pt x="8768" y="9624"/>
                  </a:lnTo>
                  <a:lnTo>
                    <a:pt x="8719" y="9697"/>
                  </a:lnTo>
                  <a:lnTo>
                    <a:pt x="6179" y="12237"/>
                  </a:lnTo>
                  <a:lnTo>
                    <a:pt x="6106" y="12310"/>
                  </a:lnTo>
                  <a:lnTo>
                    <a:pt x="6033" y="12359"/>
                  </a:lnTo>
                  <a:lnTo>
                    <a:pt x="5935" y="12383"/>
                  </a:lnTo>
                  <a:lnTo>
                    <a:pt x="5740" y="12383"/>
                  </a:lnTo>
                  <a:lnTo>
                    <a:pt x="5642" y="12359"/>
                  </a:lnTo>
                  <a:lnTo>
                    <a:pt x="5569" y="12310"/>
                  </a:lnTo>
                  <a:lnTo>
                    <a:pt x="5496" y="12237"/>
                  </a:lnTo>
                  <a:lnTo>
                    <a:pt x="5422" y="12164"/>
                  </a:lnTo>
                  <a:lnTo>
                    <a:pt x="5373" y="12090"/>
                  </a:lnTo>
                  <a:lnTo>
                    <a:pt x="5349" y="11993"/>
                  </a:lnTo>
                  <a:lnTo>
                    <a:pt x="5349" y="11895"/>
                  </a:lnTo>
                  <a:lnTo>
                    <a:pt x="5349" y="11797"/>
                  </a:lnTo>
                  <a:lnTo>
                    <a:pt x="5373" y="11700"/>
                  </a:lnTo>
                  <a:lnTo>
                    <a:pt x="5422" y="11626"/>
                  </a:lnTo>
                  <a:lnTo>
                    <a:pt x="5496" y="11553"/>
                  </a:lnTo>
                  <a:lnTo>
                    <a:pt x="8036" y="9013"/>
                  </a:lnTo>
                  <a:lnTo>
                    <a:pt x="8109" y="8964"/>
                  </a:lnTo>
                  <a:lnTo>
                    <a:pt x="8182" y="8915"/>
                  </a:lnTo>
                  <a:lnTo>
                    <a:pt x="8280" y="8891"/>
                  </a:lnTo>
                  <a:lnTo>
                    <a:pt x="8377" y="8867"/>
                  </a:lnTo>
                  <a:close/>
                  <a:moveTo>
                    <a:pt x="14825" y="1"/>
                  </a:moveTo>
                  <a:lnTo>
                    <a:pt x="14288" y="25"/>
                  </a:lnTo>
                  <a:lnTo>
                    <a:pt x="13751" y="50"/>
                  </a:lnTo>
                  <a:lnTo>
                    <a:pt x="13213" y="123"/>
                  </a:lnTo>
                  <a:lnTo>
                    <a:pt x="12676" y="245"/>
                  </a:lnTo>
                  <a:lnTo>
                    <a:pt x="12163" y="367"/>
                  </a:lnTo>
                  <a:lnTo>
                    <a:pt x="11675" y="538"/>
                  </a:lnTo>
                  <a:lnTo>
                    <a:pt x="11235" y="758"/>
                  </a:lnTo>
                  <a:lnTo>
                    <a:pt x="11015" y="856"/>
                  </a:lnTo>
                  <a:lnTo>
                    <a:pt x="10844" y="1002"/>
                  </a:lnTo>
                  <a:lnTo>
                    <a:pt x="10649" y="1124"/>
                  </a:lnTo>
                  <a:lnTo>
                    <a:pt x="10502" y="1271"/>
                  </a:lnTo>
                  <a:lnTo>
                    <a:pt x="5544" y="6229"/>
                  </a:lnTo>
                  <a:lnTo>
                    <a:pt x="391" y="6229"/>
                  </a:lnTo>
                  <a:lnTo>
                    <a:pt x="245" y="6253"/>
                  </a:lnTo>
                  <a:lnTo>
                    <a:pt x="147" y="6278"/>
                  </a:lnTo>
                  <a:lnTo>
                    <a:pt x="49" y="6327"/>
                  </a:lnTo>
                  <a:lnTo>
                    <a:pt x="0" y="6400"/>
                  </a:lnTo>
                  <a:lnTo>
                    <a:pt x="0" y="6473"/>
                  </a:lnTo>
                  <a:lnTo>
                    <a:pt x="25" y="6571"/>
                  </a:lnTo>
                  <a:lnTo>
                    <a:pt x="74" y="6668"/>
                  </a:lnTo>
                  <a:lnTo>
                    <a:pt x="171" y="6791"/>
                  </a:lnTo>
                  <a:lnTo>
                    <a:pt x="2589" y="9184"/>
                  </a:lnTo>
                  <a:lnTo>
                    <a:pt x="2272" y="9502"/>
                  </a:lnTo>
                  <a:lnTo>
                    <a:pt x="953" y="9746"/>
                  </a:lnTo>
                  <a:lnTo>
                    <a:pt x="806" y="9795"/>
                  </a:lnTo>
                  <a:lnTo>
                    <a:pt x="684" y="9843"/>
                  </a:lnTo>
                  <a:lnTo>
                    <a:pt x="611" y="9941"/>
                  </a:lnTo>
                  <a:lnTo>
                    <a:pt x="562" y="10014"/>
                  </a:lnTo>
                  <a:lnTo>
                    <a:pt x="562" y="10112"/>
                  </a:lnTo>
                  <a:lnTo>
                    <a:pt x="586" y="10234"/>
                  </a:lnTo>
                  <a:lnTo>
                    <a:pt x="635" y="10332"/>
                  </a:lnTo>
                  <a:lnTo>
                    <a:pt x="733" y="10454"/>
                  </a:lnTo>
                  <a:lnTo>
                    <a:pt x="7278" y="16999"/>
                  </a:lnTo>
                  <a:lnTo>
                    <a:pt x="7401" y="17097"/>
                  </a:lnTo>
                  <a:lnTo>
                    <a:pt x="7498" y="17146"/>
                  </a:lnTo>
                  <a:lnTo>
                    <a:pt x="7620" y="17170"/>
                  </a:lnTo>
                  <a:lnTo>
                    <a:pt x="7718" y="17170"/>
                  </a:lnTo>
                  <a:lnTo>
                    <a:pt x="7791" y="17122"/>
                  </a:lnTo>
                  <a:lnTo>
                    <a:pt x="7889" y="17048"/>
                  </a:lnTo>
                  <a:lnTo>
                    <a:pt x="7938" y="16926"/>
                  </a:lnTo>
                  <a:lnTo>
                    <a:pt x="7987" y="16780"/>
                  </a:lnTo>
                  <a:lnTo>
                    <a:pt x="8231" y="15461"/>
                  </a:lnTo>
                  <a:lnTo>
                    <a:pt x="8548" y="15143"/>
                  </a:lnTo>
                  <a:lnTo>
                    <a:pt x="10942" y="17561"/>
                  </a:lnTo>
                  <a:lnTo>
                    <a:pt x="11064" y="17659"/>
                  </a:lnTo>
                  <a:lnTo>
                    <a:pt x="11162" y="17708"/>
                  </a:lnTo>
                  <a:lnTo>
                    <a:pt x="11259" y="17732"/>
                  </a:lnTo>
                  <a:lnTo>
                    <a:pt x="11333" y="17732"/>
                  </a:lnTo>
                  <a:lnTo>
                    <a:pt x="11406" y="17683"/>
                  </a:lnTo>
                  <a:lnTo>
                    <a:pt x="11455" y="17586"/>
                  </a:lnTo>
                  <a:lnTo>
                    <a:pt x="11479" y="17488"/>
                  </a:lnTo>
                  <a:lnTo>
                    <a:pt x="11504" y="17341"/>
                  </a:lnTo>
                  <a:lnTo>
                    <a:pt x="11504" y="12188"/>
                  </a:lnTo>
                  <a:lnTo>
                    <a:pt x="16461" y="7230"/>
                  </a:lnTo>
                  <a:lnTo>
                    <a:pt x="16608" y="7084"/>
                  </a:lnTo>
                  <a:lnTo>
                    <a:pt x="16730" y="6888"/>
                  </a:lnTo>
                  <a:lnTo>
                    <a:pt x="16877" y="6693"/>
                  </a:lnTo>
                  <a:lnTo>
                    <a:pt x="16974" y="6498"/>
                  </a:lnTo>
                  <a:lnTo>
                    <a:pt x="17194" y="6058"/>
                  </a:lnTo>
                  <a:lnTo>
                    <a:pt x="17365" y="5569"/>
                  </a:lnTo>
                  <a:lnTo>
                    <a:pt x="17487" y="5057"/>
                  </a:lnTo>
                  <a:lnTo>
                    <a:pt x="17609" y="4519"/>
                  </a:lnTo>
                  <a:lnTo>
                    <a:pt x="17683" y="3982"/>
                  </a:lnTo>
                  <a:lnTo>
                    <a:pt x="17707" y="3445"/>
                  </a:lnTo>
                  <a:lnTo>
                    <a:pt x="17731" y="2907"/>
                  </a:lnTo>
                  <a:lnTo>
                    <a:pt x="17731" y="2419"/>
                  </a:lnTo>
                  <a:lnTo>
                    <a:pt x="17707" y="1955"/>
                  </a:lnTo>
                  <a:lnTo>
                    <a:pt x="17658" y="1515"/>
                  </a:lnTo>
                  <a:lnTo>
                    <a:pt x="17585" y="1149"/>
                  </a:lnTo>
                  <a:lnTo>
                    <a:pt x="17512" y="831"/>
                  </a:lnTo>
                  <a:lnTo>
                    <a:pt x="17414" y="587"/>
                  </a:lnTo>
                  <a:lnTo>
                    <a:pt x="17341" y="489"/>
                  </a:lnTo>
                  <a:lnTo>
                    <a:pt x="17292" y="441"/>
                  </a:lnTo>
                  <a:lnTo>
                    <a:pt x="17243" y="392"/>
                  </a:lnTo>
                  <a:lnTo>
                    <a:pt x="17145" y="318"/>
                  </a:lnTo>
                  <a:lnTo>
                    <a:pt x="16901" y="221"/>
                  </a:lnTo>
                  <a:lnTo>
                    <a:pt x="16584" y="148"/>
                  </a:lnTo>
                  <a:lnTo>
                    <a:pt x="16217" y="74"/>
                  </a:lnTo>
                  <a:lnTo>
                    <a:pt x="15778" y="25"/>
                  </a:lnTo>
                  <a:lnTo>
                    <a:pt x="15314" y="1"/>
                  </a:lnTo>
                  <a:close/>
                </a:path>
              </a:pathLst>
            </a:custGeom>
            <a:solidFill>
              <a:srgbClr val="00AE9D">
                <a:alpha val="834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41"/>
            <p:cNvSpPr/>
            <p:nvPr/>
          </p:nvSpPr>
          <p:spPr>
            <a:xfrm>
              <a:off x="597725" y="4665400"/>
              <a:ext cx="73300" cy="73300"/>
            </a:xfrm>
            <a:custGeom>
              <a:rect b="b" l="l" r="r" t="t"/>
              <a:pathLst>
                <a:path extrusionOk="0" h="2932" w="2932">
                  <a:moveTo>
                    <a:pt x="2028" y="1"/>
                  </a:moveTo>
                  <a:lnTo>
                    <a:pt x="1857" y="25"/>
                  </a:lnTo>
                  <a:lnTo>
                    <a:pt x="1686" y="74"/>
                  </a:lnTo>
                  <a:lnTo>
                    <a:pt x="1515" y="147"/>
                  </a:lnTo>
                  <a:lnTo>
                    <a:pt x="1369" y="269"/>
                  </a:lnTo>
                  <a:lnTo>
                    <a:pt x="1222" y="489"/>
                  </a:lnTo>
                  <a:lnTo>
                    <a:pt x="1002" y="831"/>
                  </a:lnTo>
                  <a:lnTo>
                    <a:pt x="563" y="1735"/>
                  </a:lnTo>
                  <a:lnTo>
                    <a:pt x="172" y="2565"/>
                  </a:lnTo>
                  <a:lnTo>
                    <a:pt x="1" y="2932"/>
                  </a:lnTo>
                  <a:lnTo>
                    <a:pt x="1" y="2932"/>
                  </a:lnTo>
                  <a:lnTo>
                    <a:pt x="367" y="2761"/>
                  </a:lnTo>
                  <a:lnTo>
                    <a:pt x="1198" y="2370"/>
                  </a:lnTo>
                  <a:lnTo>
                    <a:pt x="2101" y="1930"/>
                  </a:lnTo>
                  <a:lnTo>
                    <a:pt x="2443" y="1710"/>
                  </a:lnTo>
                  <a:lnTo>
                    <a:pt x="2663" y="1564"/>
                  </a:lnTo>
                  <a:lnTo>
                    <a:pt x="2785" y="1417"/>
                  </a:lnTo>
                  <a:lnTo>
                    <a:pt x="2858" y="1246"/>
                  </a:lnTo>
                  <a:lnTo>
                    <a:pt x="2907" y="1075"/>
                  </a:lnTo>
                  <a:lnTo>
                    <a:pt x="2932" y="904"/>
                  </a:lnTo>
                  <a:lnTo>
                    <a:pt x="2907" y="733"/>
                  </a:lnTo>
                  <a:lnTo>
                    <a:pt x="2858" y="562"/>
                  </a:lnTo>
                  <a:lnTo>
                    <a:pt x="2785" y="416"/>
                  </a:lnTo>
                  <a:lnTo>
                    <a:pt x="2663" y="269"/>
                  </a:lnTo>
                  <a:lnTo>
                    <a:pt x="2517" y="147"/>
                  </a:lnTo>
                  <a:lnTo>
                    <a:pt x="2370" y="74"/>
                  </a:lnTo>
                  <a:lnTo>
                    <a:pt x="2199" y="25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00AE9D">
                <a:alpha val="834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41"/>
            <p:cNvSpPr/>
            <p:nvPr/>
          </p:nvSpPr>
          <p:spPr>
            <a:xfrm>
              <a:off x="654525" y="4708150"/>
              <a:ext cx="47025" cy="47025"/>
            </a:xfrm>
            <a:custGeom>
              <a:rect b="b" l="l" r="r" t="t"/>
              <a:pathLst>
                <a:path extrusionOk="0" h="1881" w="1881">
                  <a:moveTo>
                    <a:pt x="1124" y="0"/>
                  </a:moveTo>
                  <a:lnTo>
                    <a:pt x="977" y="25"/>
                  </a:lnTo>
                  <a:lnTo>
                    <a:pt x="831" y="74"/>
                  </a:lnTo>
                  <a:lnTo>
                    <a:pt x="709" y="147"/>
                  </a:lnTo>
                  <a:lnTo>
                    <a:pt x="586" y="245"/>
                  </a:lnTo>
                  <a:lnTo>
                    <a:pt x="464" y="391"/>
                  </a:lnTo>
                  <a:lnTo>
                    <a:pt x="367" y="611"/>
                  </a:lnTo>
                  <a:lnTo>
                    <a:pt x="269" y="880"/>
                  </a:lnTo>
                  <a:lnTo>
                    <a:pt x="171" y="1173"/>
                  </a:lnTo>
                  <a:lnTo>
                    <a:pt x="49" y="1686"/>
                  </a:lnTo>
                  <a:lnTo>
                    <a:pt x="0" y="1881"/>
                  </a:lnTo>
                  <a:lnTo>
                    <a:pt x="0" y="1881"/>
                  </a:lnTo>
                  <a:lnTo>
                    <a:pt x="220" y="1857"/>
                  </a:lnTo>
                  <a:lnTo>
                    <a:pt x="733" y="1710"/>
                  </a:lnTo>
                  <a:lnTo>
                    <a:pt x="1002" y="1637"/>
                  </a:lnTo>
                  <a:lnTo>
                    <a:pt x="1270" y="1539"/>
                  </a:lnTo>
                  <a:lnTo>
                    <a:pt x="1515" y="1417"/>
                  </a:lnTo>
                  <a:lnTo>
                    <a:pt x="1661" y="1319"/>
                  </a:lnTo>
                  <a:lnTo>
                    <a:pt x="1759" y="1197"/>
                  </a:lnTo>
                  <a:lnTo>
                    <a:pt x="1832" y="1051"/>
                  </a:lnTo>
                  <a:lnTo>
                    <a:pt x="1881" y="928"/>
                  </a:lnTo>
                  <a:lnTo>
                    <a:pt x="1881" y="782"/>
                  </a:lnTo>
                  <a:lnTo>
                    <a:pt x="1881" y="635"/>
                  </a:lnTo>
                  <a:lnTo>
                    <a:pt x="1832" y="489"/>
                  </a:lnTo>
                  <a:lnTo>
                    <a:pt x="1759" y="367"/>
                  </a:lnTo>
                  <a:lnTo>
                    <a:pt x="1661" y="245"/>
                  </a:lnTo>
                  <a:lnTo>
                    <a:pt x="1539" y="147"/>
                  </a:lnTo>
                  <a:lnTo>
                    <a:pt x="1417" y="74"/>
                  </a:lnTo>
                  <a:lnTo>
                    <a:pt x="1270" y="25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00AE9D">
                <a:alpha val="834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41"/>
            <p:cNvSpPr/>
            <p:nvPr/>
          </p:nvSpPr>
          <p:spPr>
            <a:xfrm>
              <a:off x="581250" y="4634875"/>
              <a:ext cx="47050" cy="47050"/>
            </a:xfrm>
            <a:custGeom>
              <a:rect b="b" l="l" r="r" t="t"/>
              <a:pathLst>
                <a:path extrusionOk="0" h="1882" w="1882">
                  <a:moveTo>
                    <a:pt x="953" y="1"/>
                  </a:moveTo>
                  <a:lnTo>
                    <a:pt x="831" y="49"/>
                  </a:lnTo>
                  <a:lnTo>
                    <a:pt x="684" y="123"/>
                  </a:lnTo>
                  <a:lnTo>
                    <a:pt x="562" y="220"/>
                  </a:lnTo>
                  <a:lnTo>
                    <a:pt x="465" y="367"/>
                  </a:lnTo>
                  <a:lnTo>
                    <a:pt x="342" y="611"/>
                  </a:lnTo>
                  <a:lnTo>
                    <a:pt x="245" y="880"/>
                  </a:lnTo>
                  <a:lnTo>
                    <a:pt x="171" y="1148"/>
                  </a:lnTo>
                  <a:lnTo>
                    <a:pt x="25" y="1661"/>
                  </a:lnTo>
                  <a:lnTo>
                    <a:pt x="1" y="1881"/>
                  </a:lnTo>
                  <a:lnTo>
                    <a:pt x="196" y="1832"/>
                  </a:lnTo>
                  <a:lnTo>
                    <a:pt x="709" y="1710"/>
                  </a:lnTo>
                  <a:lnTo>
                    <a:pt x="1002" y="1613"/>
                  </a:lnTo>
                  <a:lnTo>
                    <a:pt x="1271" y="1515"/>
                  </a:lnTo>
                  <a:lnTo>
                    <a:pt x="1490" y="1417"/>
                  </a:lnTo>
                  <a:lnTo>
                    <a:pt x="1637" y="1295"/>
                  </a:lnTo>
                  <a:lnTo>
                    <a:pt x="1735" y="1173"/>
                  </a:lnTo>
                  <a:lnTo>
                    <a:pt x="1808" y="1051"/>
                  </a:lnTo>
                  <a:lnTo>
                    <a:pt x="1857" y="904"/>
                  </a:lnTo>
                  <a:lnTo>
                    <a:pt x="1881" y="758"/>
                  </a:lnTo>
                  <a:lnTo>
                    <a:pt x="1857" y="611"/>
                  </a:lnTo>
                  <a:lnTo>
                    <a:pt x="1808" y="465"/>
                  </a:lnTo>
                  <a:lnTo>
                    <a:pt x="1735" y="343"/>
                  </a:lnTo>
                  <a:lnTo>
                    <a:pt x="1637" y="220"/>
                  </a:lnTo>
                  <a:lnTo>
                    <a:pt x="1515" y="123"/>
                  </a:lnTo>
                  <a:lnTo>
                    <a:pt x="1393" y="49"/>
                  </a:lnTo>
                  <a:lnTo>
                    <a:pt x="1246" y="1"/>
                  </a:lnTo>
                  <a:close/>
                </a:path>
              </a:pathLst>
            </a:custGeom>
            <a:solidFill>
              <a:srgbClr val="00AE9D">
                <a:alpha val="834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8" name="Google Shape;308;p41"/>
          <p:cNvSpPr/>
          <p:nvPr/>
        </p:nvSpPr>
        <p:spPr>
          <a:xfrm rot="-1627561">
            <a:off x="7434266" y="487482"/>
            <a:ext cx="280162" cy="267508"/>
          </a:xfrm>
          <a:custGeom>
            <a:rect b="b" l="l" r="r" t="t"/>
            <a:pathLst>
              <a:path extrusionOk="0" h="14460" w="15144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41"/>
          <p:cNvSpPr/>
          <p:nvPr/>
        </p:nvSpPr>
        <p:spPr>
          <a:xfrm rot="1504353">
            <a:off x="7841214" y="2080539"/>
            <a:ext cx="280176" cy="267521"/>
          </a:xfrm>
          <a:custGeom>
            <a:rect b="b" l="l" r="r" t="t"/>
            <a:pathLst>
              <a:path extrusionOk="0" h="14460" w="15144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41"/>
          <p:cNvSpPr/>
          <p:nvPr/>
        </p:nvSpPr>
        <p:spPr>
          <a:xfrm rot="1973882">
            <a:off x="8121371" y="1454163"/>
            <a:ext cx="192944" cy="184229"/>
          </a:xfrm>
          <a:custGeom>
            <a:rect b="b" l="l" r="r" t="t"/>
            <a:pathLst>
              <a:path extrusionOk="0" h="14460" w="15144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41"/>
          <p:cNvSpPr txBox="1"/>
          <p:nvPr>
            <p:ph idx="12" type="sldNum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2" name="Google Shape;312;p41"/>
          <p:cNvSpPr txBox="1"/>
          <p:nvPr/>
        </p:nvSpPr>
        <p:spPr>
          <a:xfrm>
            <a:off x="3189125" y="4799150"/>
            <a:ext cx="3409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rPr>
              <a:t>Credits: Presentation template by SlidesCarnival</a:t>
            </a:r>
            <a:endParaRPr i="1" sz="1200">
              <a:solidFill>
                <a:srgbClr val="004C52"/>
              </a:solidFill>
              <a:latin typeface="Karla"/>
              <a:ea typeface="Karla"/>
              <a:cs typeface="Karla"/>
              <a:sym typeface="Karl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2"/>
          <p:cNvSpPr txBox="1"/>
          <p:nvPr>
            <p:ph type="title"/>
          </p:nvPr>
        </p:nvSpPr>
        <p:spPr>
          <a:xfrm>
            <a:off x="886650" y="398400"/>
            <a:ext cx="73707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Credits</a:t>
            </a:r>
            <a:endParaRPr/>
          </a:p>
        </p:txBody>
      </p:sp>
      <p:sp>
        <p:nvSpPr>
          <p:cNvPr id="318" name="Google Shape;318;p42"/>
          <p:cNvSpPr txBox="1"/>
          <p:nvPr>
            <p:ph idx="1" type="body"/>
          </p:nvPr>
        </p:nvSpPr>
        <p:spPr>
          <a:xfrm>
            <a:off x="886650" y="1984501"/>
            <a:ext cx="7370700" cy="29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/>
              <a:t>Special thanks to all the people who made and released these </a:t>
            </a:r>
            <a:r>
              <a:rPr b="1" lang="en" sz="2400"/>
              <a:t>awesome resources</a:t>
            </a:r>
            <a:r>
              <a:rPr lang="en" sz="2400"/>
              <a:t> for free: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400"/>
              <a:buChar char="◆"/>
            </a:pPr>
            <a:r>
              <a:rPr lang="en" sz="2400"/>
              <a:t>Presentation template by </a:t>
            </a:r>
            <a:r>
              <a:rPr lang="en" sz="2400" u="sng">
                <a:hlinkClick r:id="rId3"/>
              </a:rPr>
              <a:t>SlidesCarnival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◆"/>
            </a:pPr>
            <a:r>
              <a:rPr lang="en" sz="2400"/>
              <a:t>Photographs by </a:t>
            </a:r>
            <a:r>
              <a:rPr lang="en" sz="2400" u="sng">
                <a:hlinkClick r:id="rId4"/>
              </a:rPr>
              <a:t>Unsplash</a:t>
            </a:r>
            <a:endParaRPr sz="2400"/>
          </a:p>
        </p:txBody>
      </p:sp>
      <p:sp>
        <p:nvSpPr>
          <p:cNvPr id="319" name="Google Shape;319;p42"/>
          <p:cNvSpPr txBox="1"/>
          <p:nvPr>
            <p:ph idx="12" type="sldNum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Escalus template">
  <a:themeElements>
    <a:clrScheme name="Custom 347">
      <a:dk1>
        <a:srgbClr val="004C52"/>
      </a:dk1>
      <a:lt1>
        <a:srgbClr val="FFFFFF"/>
      </a:lt1>
      <a:dk2>
        <a:srgbClr val="788788"/>
      </a:dk2>
      <a:lt2>
        <a:srgbClr val="E6EEED"/>
      </a:lt2>
      <a:accent1>
        <a:srgbClr val="004C52"/>
      </a:accent1>
      <a:accent2>
        <a:srgbClr val="00AE9D"/>
      </a:accent2>
      <a:accent3>
        <a:srgbClr val="4BD3B0"/>
      </a:accent3>
      <a:accent4>
        <a:srgbClr val="68DD6B"/>
      </a:accent4>
      <a:accent5>
        <a:srgbClr val="ABE33F"/>
      </a:accent5>
      <a:accent6>
        <a:srgbClr val="DBEEA6"/>
      </a:accent6>
      <a:hlink>
        <a:srgbClr val="004C52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